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38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E549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E549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F38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20649" y="70320"/>
            <a:ext cx="1001226" cy="6490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1796" y="17221"/>
            <a:ext cx="10668406" cy="972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F38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0033" y="1664588"/>
            <a:ext cx="10299065" cy="307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E549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4211" y="6464909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9217" y="2371801"/>
            <a:ext cx="4890770" cy="233045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065" marR="5080" algn="ctr">
              <a:lnSpc>
                <a:spcPts val="5830"/>
              </a:lnSpc>
              <a:spcBef>
                <a:spcPts val="835"/>
              </a:spcBef>
            </a:pPr>
            <a:r>
              <a:rPr sz="5400" spc="-10" dirty="0"/>
              <a:t>Introduction </a:t>
            </a:r>
            <a:r>
              <a:rPr sz="5400" spc="-25" dirty="0"/>
              <a:t>To</a:t>
            </a:r>
            <a:endParaRPr sz="5400"/>
          </a:p>
          <a:p>
            <a:pPr marL="1270" algn="ctr">
              <a:lnSpc>
                <a:spcPts val="5750"/>
              </a:lnSpc>
            </a:pPr>
            <a:r>
              <a:rPr sz="5400" spc="-10" dirty="0"/>
              <a:t>Selenium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2308" y="748283"/>
            <a:ext cx="1167384" cy="12146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388" y="704088"/>
            <a:ext cx="10554462" cy="59626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83613" y="923116"/>
            <a:ext cx="6677025" cy="496506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70534" indent="-457834">
              <a:lnSpc>
                <a:spcPct val="100000"/>
              </a:lnSpc>
              <a:spcBef>
                <a:spcPts val="1545"/>
              </a:spcBef>
              <a:buAutoNum type="arabicPeriod"/>
              <a:tabLst>
                <a:tab pos="470534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What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Selenium?</a:t>
            </a:r>
            <a:endParaRPr sz="24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4699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Components</a:t>
            </a:r>
            <a:endParaRPr sz="24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Who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developed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Selenium?</a:t>
            </a:r>
            <a:endParaRPr sz="2400">
              <a:latin typeface="Verdana"/>
              <a:cs typeface="Verdana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70534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endParaRPr sz="2400">
              <a:latin typeface="Verdana"/>
              <a:cs typeface="Verdana"/>
            </a:endParaRPr>
          </a:p>
          <a:p>
            <a:pPr marL="927100" lvl="1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Benefits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endParaRPr sz="2400">
              <a:latin typeface="Verdana"/>
              <a:cs typeface="Verdana"/>
            </a:endParaRPr>
          </a:p>
          <a:p>
            <a:pPr marL="927100" lvl="1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Drawbacks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endParaRPr sz="2400">
              <a:latin typeface="Verdana"/>
              <a:cs typeface="Verdana"/>
            </a:endParaRPr>
          </a:p>
          <a:p>
            <a:pPr marL="470534" indent="-457834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70534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RC</a:t>
            </a:r>
            <a:endParaRPr sz="24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4699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WebDriver</a:t>
            </a:r>
            <a:endParaRPr sz="2400">
              <a:latin typeface="Verdana"/>
              <a:cs typeface="Verdana"/>
            </a:endParaRPr>
          </a:p>
          <a:p>
            <a:pPr marL="927100" lvl="1" indent="-45720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WebDriver</a:t>
            </a:r>
            <a:r>
              <a:rPr sz="2400" b="1" spc="-11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Architecture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60063" y="17221"/>
            <a:ext cx="403415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1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212" y="204192"/>
            <a:ext cx="10517893" cy="647476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31798" y="259079"/>
            <a:ext cx="6513195" cy="606234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SzPct val="97916"/>
              <a:buAutoNum type="arabicPeriod" startAt="7"/>
              <a:tabLst>
                <a:tab pos="4692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Grid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Features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When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Grid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97916"/>
              <a:buAutoNum type="arabicPeriod" startAt="7"/>
              <a:tabLst>
                <a:tab pos="4692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8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Platforms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supported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Operating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Systems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Browsers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Programming</a:t>
            </a:r>
            <a:r>
              <a:rPr sz="2400" b="1" spc="-1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Languages</a:t>
            </a:r>
            <a:endParaRPr sz="2400">
              <a:latin typeface="Verdana"/>
              <a:cs typeface="Verdana"/>
            </a:endParaRPr>
          </a:p>
          <a:p>
            <a:pPr marL="927100" lvl="1" indent="-457834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Frameworks</a:t>
            </a:r>
            <a:endParaRPr sz="24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SzPct val="97916"/>
              <a:buAutoNum type="arabicPeriod" startAt="7"/>
              <a:tabLst>
                <a:tab pos="46926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Advantages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endParaRPr sz="2400">
              <a:latin typeface="Verdana"/>
              <a:cs typeface="Verdana"/>
            </a:endParaRPr>
          </a:p>
          <a:p>
            <a:pPr marL="555625" indent="-546100">
              <a:lnSpc>
                <a:spcPct val="100000"/>
              </a:lnSpc>
              <a:spcBef>
                <a:spcPts val="1440"/>
              </a:spcBef>
              <a:buSzPct val="97916"/>
              <a:buAutoNum type="arabicPeriod" startAt="7"/>
              <a:tabLst>
                <a:tab pos="55562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Disadvantages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endParaRPr sz="2400">
              <a:latin typeface="Verdana"/>
              <a:cs typeface="Verdana"/>
            </a:endParaRPr>
          </a:p>
          <a:p>
            <a:pPr marL="555625" indent="-546100">
              <a:lnSpc>
                <a:spcPct val="100000"/>
              </a:lnSpc>
              <a:spcBef>
                <a:spcPts val="1440"/>
              </a:spcBef>
              <a:buSzPct val="97916"/>
              <a:buAutoNum type="arabicPeriod" startAt="7"/>
              <a:tabLst>
                <a:tab pos="555625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Advantages</a:t>
            </a:r>
            <a:r>
              <a:rPr sz="2400" b="1" spc="-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over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QTP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0927" y="1061415"/>
            <a:ext cx="10551160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509" dirty="0">
                <a:solidFill>
                  <a:srgbClr val="C55A11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free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(open-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source)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automated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testing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framework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validate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web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applications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across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different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browsers</a:t>
            </a:r>
            <a:r>
              <a:rPr sz="2400" b="1" spc="1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platforms.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multiple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programming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languages</a:t>
            </a:r>
            <a:r>
              <a:rPr sz="24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like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Java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,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C#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,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Python</a:t>
            </a:r>
            <a:r>
              <a:rPr sz="2400" b="1" spc="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etc.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</a:t>
            </a:r>
            <a:r>
              <a:rPr sz="2400" b="1" spc="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Test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Scripts.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done</a:t>
            </a:r>
            <a:r>
              <a:rPr sz="2400" b="1" spc="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using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8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tool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usually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referred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as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Testing.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spcBef>
                <a:spcPts val="2885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Integrated</a:t>
            </a:r>
            <a:r>
              <a:rPr sz="2400" b="1" spc="-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Development</a:t>
            </a:r>
            <a:r>
              <a:rPr sz="2400" b="1" spc="-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Environment</a:t>
            </a:r>
            <a:r>
              <a:rPr sz="2400" b="1" spc="-1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(IDE)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Remote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Control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(RC)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WebDriver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Grid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616" rIns="0" bIns="0" rtlCol="0">
            <a:spAutoFit/>
          </a:bodyPr>
          <a:lstStyle/>
          <a:p>
            <a:pPr marL="319659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10" dirty="0"/>
              <a:t>Selenium?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711" y="932180"/>
            <a:ext cx="107105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not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just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single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tool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but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combination</a:t>
            </a:r>
            <a:r>
              <a:rPr sz="20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different</a:t>
            </a:r>
            <a:r>
              <a:rPr sz="20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suites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of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software.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has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four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components.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2690" y="277113"/>
            <a:ext cx="5125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Selenium</a:t>
            </a:r>
            <a:r>
              <a:rPr spc="-15" dirty="0"/>
              <a:t> </a:t>
            </a:r>
            <a:r>
              <a:rPr spc="-10" dirty="0"/>
              <a:t>Components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49551" y="1898904"/>
            <a:ext cx="1035050" cy="1163320"/>
            <a:chOff x="1749551" y="1898904"/>
            <a:chExt cx="1035050" cy="1163320"/>
          </a:xfrm>
        </p:grpSpPr>
        <p:sp>
          <p:nvSpPr>
            <p:cNvPr id="5" name="object 5"/>
            <p:cNvSpPr/>
            <p:nvPr/>
          </p:nvSpPr>
          <p:spPr>
            <a:xfrm>
              <a:off x="1768601" y="1917954"/>
              <a:ext cx="996950" cy="1125220"/>
            </a:xfrm>
            <a:custGeom>
              <a:avLst/>
              <a:gdLst/>
              <a:ahLst/>
              <a:cxnLst/>
              <a:rect l="l" t="t" r="r" b="b"/>
              <a:pathLst>
                <a:path w="996950" h="1125220">
                  <a:moveTo>
                    <a:pt x="498348" y="0"/>
                  </a:moveTo>
                  <a:lnTo>
                    <a:pt x="0" y="338074"/>
                  </a:lnTo>
                  <a:lnTo>
                    <a:pt x="0" y="1124712"/>
                  </a:lnTo>
                  <a:lnTo>
                    <a:pt x="498348" y="786638"/>
                  </a:lnTo>
                  <a:lnTo>
                    <a:pt x="996696" y="1124712"/>
                  </a:lnTo>
                  <a:lnTo>
                    <a:pt x="996696" y="338074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68601" y="1917954"/>
              <a:ext cx="996950" cy="1125220"/>
            </a:xfrm>
            <a:custGeom>
              <a:avLst/>
              <a:gdLst/>
              <a:ahLst/>
              <a:cxnLst/>
              <a:rect l="l" t="t" r="r" b="b"/>
              <a:pathLst>
                <a:path w="996950" h="1125220">
                  <a:moveTo>
                    <a:pt x="0" y="1124712"/>
                  </a:moveTo>
                  <a:lnTo>
                    <a:pt x="0" y="338074"/>
                  </a:lnTo>
                  <a:lnTo>
                    <a:pt x="498348" y="0"/>
                  </a:lnTo>
                  <a:lnTo>
                    <a:pt x="996696" y="338074"/>
                  </a:lnTo>
                  <a:lnTo>
                    <a:pt x="996696" y="1124712"/>
                  </a:lnTo>
                  <a:lnTo>
                    <a:pt x="498348" y="786638"/>
                  </a:lnTo>
                  <a:lnTo>
                    <a:pt x="0" y="1124712"/>
                  </a:lnTo>
                  <a:close/>
                </a:path>
              </a:pathLst>
            </a:custGeom>
            <a:ln w="381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3617" y="2102612"/>
            <a:ext cx="436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1622" y="2202942"/>
            <a:ext cx="7820025" cy="840105"/>
          </a:xfrm>
          <a:prstGeom prst="rect">
            <a:avLst/>
          </a:prstGeom>
          <a:ln w="25400">
            <a:solidFill>
              <a:srgbClr val="40404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822960" marR="1243965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r>
              <a:rPr sz="20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(Integrated</a:t>
            </a:r>
            <a:r>
              <a:rPr sz="20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Development Environment)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49551" y="3005327"/>
            <a:ext cx="1035050" cy="1163320"/>
            <a:chOff x="1749551" y="3005327"/>
            <a:chExt cx="1035050" cy="1163320"/>
          </a:xfrm>
        </p:grpSpPr>
        <p:sp>
          <p:nvSpPr>
            <p:cNvPr id="10" name="object 10"/>
            <p:cNvSpPr/>
            <p:nvPr/>
          </p:nvSpPr>
          <p:spPr>
            <a:xfrm>
              <a:off x="1768601" y="3024377"/>
              <a:ext cx="996950" cy="1125220"/>
            </a:xfrm>
            <a:custGeom>
              <a:avLst/>
              <a:gdLst/>
              <a:ahLst/>
              <a:cxnLst/>
              <a:rect l="l" t="t" r="r" b="b"/>
              <a:pathLst>
                <a:path w="996950" h="1125220">
                  <a:moveTo>
                    <a:pt x="498348" y="0"/>
                  </a:moveTo>
                  <a:lnTo>
                    <a:pt x="0" y="338074"/>
                  </a:lnTo>
                  <a:lnTo>
                    <a:pt x="0" y="1124712"/>
                  </a:lnTo>
                  <a:lnTo>
                    <a:pt x="498348" y="786638"/>
                  </a:lnTo>
                  <a:lnTo>
                    <a:pt x="996696" y="1124712"/>
                  </a:lnTo>
                  <a:lnTo>
                    <a:pt x="996696" y="338074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68601" y="3024377"/>
              <a:ext cx="996950" cy="1125220"/>
            </a:xfrm>
            <a:custGeom>
              <a:avLst/>
              <a:gdLst/>
              <a:ahLst/>
              <a:cxnLst/>
              <a:rect l="l" t="t" r="r" b="b"/>
              <a:pathLst>
                <a:path w="996950" h="1125220">
                  <a:moveTo>
                    <a:pt x="0" y="1124712"/>
                  </a:moveTo>
                  <a:lnTo>
                    <a:pt x="0" y="338074"/>
                  </a:lnTo>
                  <a:lnTo>
                    <a:pt x="498348" y="0"/>
                  </a:lnTo>
                  <a:lnTo>
                    <a:pt x="996696" y="338074"/>
                  </a:lnTo>
                  <a:lnTo>
                    <a:pt x="996696" y="1124712"/>
                  </a:lnTo>
                  <a:lnTo>
                    <a:pt x="498348" y="786638"/>
                  </a:lnTo>
                  <a:lnTo>
                    <a:pt x="0" y="1124712"/>
                  </a:lnTo>
                  <a:close/>
                </a:path>
              </a:pathLst>
            </a:custGeom>
            <a:ln w="381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23617" y="3227070"/>
            <a:ext cx="436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1622" y="3309365"/>
            <a:ext cx="7820025" cy="840105"/>
          </a:xfrm>
          <a:prstGeom prst="rect">
            <a:avLst/>
          </a:prstGeom>
          <a:ln w="25400">
            <a:solidFill>
              <a:srgbClr val="404040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822960" marR="647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RC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(Remote</a:t>
            </a:r>
            <a:r>
              <a:rPr sz="20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Control)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–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deprecated 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now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26692" y="4050791"/>
            <a:ext cx="1033780" cy="1163320"/>
            <a:chOff x="1726692" y="4050791"/>
            <a:chExt cx="1033780" cy="1163320"/>
          </a:xfrm>
        </p:grpSpPr>
        <p:sp>
          <p:nvSpPr>
            <p:cNvPr id="15" name="object 15"/>
            <p:cNvSpPr/>
            <p:nvPr/>
          </p:nvSpPr>
          <p:spPr>
            <a:xfrm>
              <a:off x="1745742" y="4069841"/>
              <a:ext cx="995680" cy="1125220"/>
            </a:xfrm>
            <a:custGeom>
              <a:avLst/>
              <a:gdLst/>
              <a:ahLst/>
              <a:cxnLst/>
              <a:rect l="l" t="t" r="r" b="b"/>
              <a:pathLst>
                <a:path w="995680" h="1125220">
                  <a:moveTo>
                    <a:pt x="497585" y="0"/>
                  </a:moveTo>
                  <a:lnTo>
                    <a:pt x="0" y="337565"/>
                  </a:lnTo>
                  <a:lnTo>
                    <a:pt x="0" y="1124711"/>
                  </a:lnTo>
                  <a:lnTo>
                    <a:pt x="497585" y="787145"/>
                  </a:lnTo>
                  <a:lnTo>
                    <a:pt x="995171" y="1124711"/>
                  </a:lnTo>
                  <a:lnTo>
                    <a:pt x="995171" y="337565"/>
                  </a:lnTo>
                  <a:lnTo>
                    <a:pt x="49758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5742" y="4069841"/>
              <a:ext cx="995680" cy="1125220"/>
            </a:xfrm>
            <a:custGeom>
              <a:avLst/>
              <a:gdLst/>
              <a:ahLst/>
              <a:cxnLst/>
              <a:rect l="l" t="t" r="r" b="b"/>
              <a:pathLst>
                <a:path w="995680" h="1125220">
                  <a:moveTo>
                    <a:pt x="0" y="1124711"/>
                  </a:moveTo>
                  <a:lnTo>
                    <a:pt x="0" y="337565"/>
                  </a:lnTo>
                  <a:lnTo>
                    <a:pt x="497585" y="0"/>
                  </a:lnTo>
                  <a:lnTo>
                    <a:pt x="995171" y="337565"/>
                  </a:lnTo>
                  <a:lnTo>
                    <a:pt x="995171" y="1124711"/>
                  </a:lnTo>
                  <a:lnTo>
                    <a:pt x="497585" y="787145"/>
                  </a:lnTo>
                  <a:lnTo>
                    <a:pt x="0" y="1124711"/>
                  </a:lnTo>
                  <a:close/>
                </a:path>
              </a:pathLst>
            </a:custGeom>
            <a:ln w="3809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00250" y="4279213"/>
            <a:ext cx="4368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8761" y="4354829"/>
            <a:ext cx="7820025" cy="840105"/>
          </a:xfrm>
          <a:prstGeom prst="rect">
            <a:avLst/>
          </a:prstGeom>
          <a:ln w="25400">
            <a:solidFill>
              <a:srgbClr val="404040"/>
            </a:solidFill>
          </a:ln>
        </p:spPr>
        <p:txBody>
          <a:bodyPr vert="horz" wrap="square" lIns="0" tIns="282575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2225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WebDriver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26692" y="5113020"/>
            <a:ext cx="1033780" cy="1163320"/>
            <a:chOff x="1726692" y="5113020"/>
            <a:chExt cx="1033780" cy="1163320"/>
          </a:xfrm>
        </p:grpSpPr>
        <p:sp>
          <p:nvSpPr>
            <p:cNvPr id="20" name="object 20"/>
            <p:cNvSpPr/>
            <p:nvPr/>
          </p:nvSpPr>
          <p:spPr>
            <a:xfrm>
              <a:off x="1745742" y="5132070"/>
              <a:ext cx="995680" cy="1125220"/>
            </a:xfrm>
            <a:custGeom>
              <a:avLst/>
              <a:gdLst/>
              <a:ahLst/>
              <a:cxnLst/>
              <a:rect l="l" t="t" r="r" b="b"/>
              <a:pathLst>
                <a:path w="995680" h="1125220">
                  <a:moveTo>
                    <a:pt x="497585" y="0"/>
                  </a:moveTo>
                  <a:lnTo>
                    <a:pt x="0" y="337565"/>
                  </a:lnTo>
                  <a:lnTo>
                    <a:pt x="0" y="1124711"/>
                  </a:lnTo>
                  <a:lnTo>
                    <a:pt x="497585" y="787196"/>
                  </a:lnTo>
                  <a:lnTo>
                    <a:pt x="995171" y="1124711"/>
                  </a:lnTo>
                  <a:lnTo>
                    <a:pt x="995171" y="337565"/>
                  </a:lnTo>
                  <a:lnTo>
                    <a:pt x="49758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5742" y="5132070"/>
              <a:ext cx="995680" cy="1125220"/>
            </a:xfrm>
            <a:custGeom>
              <a:avLst/>
              <a:gdLst/>
              <a:ahLst/>
              <a:cxnLst/>
              <a:rect l="l" t="t" r="r" b="b"/>
              <a:pathLst>
                <a:path w="995680" h="1125220">
                  <a:moveTo>
                    <a:pt x="0" y="1124711"/>
                  </a:moveTo>
                  <a:lnTo>
                    <a:pt x="0" y="337565"/>
                  </a:lnTo>
                  <a:lnTo>
                    <a:pt x="497585" y="0"/>
                  </a:lnTo>
                  <a:lnTo>
                    <a:pt x="995171" y="337565"/>
                  </a:lnTo>
                  <a:lnTo>
                    <a:pt x="995171" y="1124711"/>
                  </a:lnTo>
                  <a:lnTo>
                    <a:pt x="497585" y="787196"/>
                  </a:lnTo>
                  <a:lnTo>
                    <a:pt x="0" y="1124711"/>
                  </a:lnTo>
                  <a:close/>
                </a:path>
              </a:pathLst>
            </a:custGeom>
            <a:ln w="380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00250" y="5325262"/>
            <a:ext cx="436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5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3048761" y="5417058"/>
            <a:ext cx="7820025" cy="840105"/>
          </a:xfrm>
          <a:prstGeom prst="rect">
            <a:avLst/>
          </a:prstGeom>
          <a:ln w="25400">
            <a:solidFill>
              <a:srgbClr val="404040"/>
            </a:solidFill>
          </a:ln>
        </p:spPr>
        <p:txBody>
          <a:bodyPr vert="horz" wrap="square" lIns="0" tIns="274320" rIns="0" bIns="0" rtlCol="0">
            <a:spAutoFit/>
          </a:bodyPr>
          <a:lstStyle/>
          <a:p>
            <a:pPr marL="806450">
              <a:lnSpc>
                <a:spcPct val="100000"/>
              </a:lnSpc>
              <a:spcBef>
                <a:spcPts val="2160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Grid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6054" y="89883"/>
            <a:ext cx="8846085" cy="66759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456" y="1540509"/>
            <a:ext cx="10776585" cy="1550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Since</a:t>
            </a:r>
            <a:r>
              <a:rPr sz="20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0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0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collection</a:t>
            </a:r>
            <a:r>
              <a:rPr sz="20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0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different</a:t>
            </a:r>
            <a:r>
              <a:rPr sz="20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tools,</a:t>
            </a:r>
            <a:r>
              <a:rPr sz="20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000" b="1" spc="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had</a:t>
            </a:r>
            <a:r>
              <a:rPr sz="20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different</a:t>
            </a:r>
            <a:r>
              <a:rPr sz="20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developers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as</a:t>
            </a:r>
            <a:r>
              <a:rPr sz="2000" b="1" spc="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well.</a:t>
            </a:r>
            <a:r>
              <a:rPr sz="2000" b="1" spc="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Below</a:t>
            </a:r>
            <a:r>
              <a:rPr sz="2000" b="1" spc="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key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persons</a:t>
            </a:r>
            <a:r>
              <a:rPr sz="2000" b="1" spc="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who</a:t>
            </a:r>
            <a:r>
              <a:rPr sz="2000" b="1" spc="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made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notable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contributions</a:t>
            </a:r>
            <a:r>
              <a:rPr sz="2000" b="1" spc="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000" b="1" spc="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the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0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Project</a:t>
            </a:r>
            <a:endParaRPr sz="20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2400"/>
              </a:spcBef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Primarily,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767070"/>
                </a:solidFill>
                <a:latin typeface="Verdana"/>
                <a:cs typeface="Verdana"/>
              </a:rPr>
              <a:t>Selenium</a:t>
            </a:r>
            <a:r>
              <a:rPr sz="20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was</a:t>
            </a:r>
            <a:r>
              <a:rPr sz="20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created</a:t>
            </a:r>
            <a:r>
              <a:rPr sz="20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Jason</a:t>
            </a:r>
            <a:r>
              <a:rPr sz="2000" b="1" spc="-3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C55A11"/>
                </a:solidFill>
                <a:latin typeface="Verdana"/>
                <a:cs typeface="Verdana"/>
              </a:rPr>
              <a:t>Huggins</a:t>
            </a:r>
            <a:r>
              <a:rPr sz="20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Verdana"/>
                <a:cs typeface="Verdana"/>
              </a:rPr>
              <a:t>2004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411" y="3512820"/>
            <a:ext cx="5137403" cy="28483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8025" rIns="0" bIns="0" rtlCol="0">
            <a:spAutoFit/>
          </a:bodyPr>
          <a:lstStyle/>
          <a:p>
            <a:pPr marL="2294890">
              <a:lnSpc>
                <a:spcPct val="100000"/>
              </a:lnSpc>
              <a:spcBef>
                <a:spcPts val="100"/>
              </a:spcBef>
            </a:pPr>
            <a:r>
              <a:rPr dirty="0"/>
              <a:t>Who</a:t>
            </a:r>
            <a:r>
              <a:rPr spc="-25" dirty="0"/>
              <a:t> </a:t>
            </a:r>
            <a:r>
              <a:rPr dirty="0"/>
              <a:t>developed</a:t>
            </a:r>
            <a:r>
              <a:rPr spc="-30" dirty="0"/>
              <a:t> </a:t>
            </a:r>
            <a:r>
              <a:rPr spc="-10" dirty="0"/>
              <a:t>Selenium?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9586" y="1229359"/>
            <a:ext cx="10075545" cy="435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3505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engineer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at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ThoughtWorks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,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was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working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web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</a:t>
            </a:r>
            <a:r>
              <a:rPr sz="2400" b="1" spc="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 required</a:t>
            </a:r>
            <a:r>
              <a:rPr sz="2400" b="1" spc="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frequent</a:t>
            </a:r>
            <a:r>
              <a:rPr sz="2400" b="1" spc="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testing.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Having</a:t>
            </a:r>
            <a:r>
              <a:rPr sz="2400" b="1" spc="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realized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repetitious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Manual</a:t>
            </a:r>
            <a:r>
              <a:rPr sz="2400" b="1" spc="-8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their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application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was</a:t>
            </a:r>
            <a:r>
              <a:rPr sz="2400" b="1" spc="-9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becoming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more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9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more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inefficient,</a:t>
            </a:r>
            <a:r>
              <a:rPr sz="2400" b="1" spc="-9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created</a:t>
            </a:r>
            <a:r>
              <a:rPr sz="2400" b="1" spc="-9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JavaScript</a:t>
            </a:r>
            <a:r>
              <a:rPr sz="2400" b="1" spc="3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</a:t>
            </a:r>
            <a:r>
              <a:rPr sz="2400" b="1" spc="3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that</a:t>
            </a:r>
            <a:r>
              <a:rPr sz="2400" b="1" spc="3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would</a:t>
            </a:r>
            <a:r>
              <a:rPr sz="2400" b="1" spc="3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automatically</a:t>
            </a:r>
            <a:r>
              <a:rPr sz="2400" b="1" spc="3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control</a:t>
            </a:r>
            <a:r>
              <a:rPr sz="2400" b="1" spc="4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the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browser's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actions.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named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this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</a:t>
            </a:r>
            <a:r>
              <a:rPr sz="2400" b="1" spc="48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as</a:t>
            </a:r>
            <a:r>
              <a:rPr sz="2400" b="1" spc="49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the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"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JavaScriptTestRunner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“.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2400">
              <a:latin typeface="Verdana"/>
              <a:cs typeface="Verdana"/>
            </a:endParaRPr>
          </a:p>
          <a:p>
            <a:pPr marL="12700" marR="6350" algn="just">
              <a:lnSpc>
                <a:spcPct val="100000"/>
              </a:lnSpc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Seeing</a:t>
            </a:r>
            <a:r>
              <a:rPr sz="2400" b="1" spc="2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potential</a:t>
            </a:r>
            <a:r>
              <a:rPr sz="2400" b="1" spc="2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2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this</a:t>
            </a:r>
            <a:r>
              <a:rPr sz="2400" b="1" spc="3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idea</a:t>
            </a:r>
            <a:r>
              <a:rPr sz="2400" b="1" spc="2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2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help</a:t>
            </a:r>
            <a:r>
              <a:rPr sz="2400" b="1" spc="2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automate</a:t>
            </a:r>
            <a:r>
              <a:rPr sz="2400" b="1" spc="2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other</a:t>
            </a:r>
            <a:r>
              <a:rPr sz="2400" b="1" spc="2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web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applications,</a:t>
            </a:r>
            <a:r>
              <a:rPr sz="2400" b="1" spc="4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he</a:t>
            </a:r>
            <a:r>
              <a:rPr sz="2400" b="1" spc="47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made</a:t>
            </a:r>
            <a:r>
              <a:rPr sz="2400" b="1" spc="47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JavaScriptRunner</a:t>
            </a:r>
            <a:r>
              <a:rPr sz="2400" b="1" spc="470" dirty="0">
                <a:solidFill>
                  <a:srgbClr val="767070"/>
                </a:solidFill>
                <a:latin typeface="Verdana"/>
                <a:cs typeface="Verdana"/>
              </a:rPr>
              <a:t> 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open-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source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was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later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re-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named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as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-3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Core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210" y="2122170"/>
            <a:ext cx="1055878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18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Integrated</a:t>
            </a:r>
            <a:r>
              <a:rPr sz="2400" b="1" spc="1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Development</a:t>
            </a:r>
            <a:r>
              <a:rPr sz="2400" b="1" spc="18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Environment</a:t>
            </a:r>
            <a:r>
              <a:rPr sz="2400" b="1" spc="1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(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IDE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)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1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the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simplest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framework</a:t>
            </a:r>
            <a:r>
              <a:rPr sz="2400" b="1" spc="5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5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suite.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5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browser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plugin</a:t>
            </a:r>
            <a:r>
              <a:rPr sz="2400" b="1" spc="3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3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record</a:t>
            </a:r>
            <a:r>
              <a:rPr sz="2400" b="1" spc="3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3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playback</a:t>
            </a:r>
            <a:r>
              <a:rPr sz="2400" b="1" spc="3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3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operations</a:t>
            </a:r>
            <a:r>
              <a:rPr sz="2400" b="1" spc="3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performed</a:t>
            </a:r>
            <a:r>
              <a:rPr sz="2400" b="1" spc="3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on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1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browser.</a:t>
            </a:r>
            <a:r>
              <a:rPr sz="2400" b="1" spc="1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1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r>
              <a:rPr sz="2400" b="1" spc="1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plugins</a:t>
            </a:r>
            <a:r>
              <a:rPr sz="2400" b="1" spc="1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are</a:t>
            </a:r>
            <a:r>
              <a:rPr sz="2400" b="1" spc="1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available</a:t>
            </a:r>
            <a:r>
              <a:rPr sz="2400" b="1" spc="1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1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Chrome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Firefox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browsers.</a:t>
            </a:r>
            <a:r>
              <a:rPr sz="2400" b="1" spc="5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doesn’t</a:t>
            </a:r>
            <a:r>
              <a:rPr sz="2400" b="1" spc="5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support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5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programming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features.</a:t>
            </a:r>
            <a:r>
              <a:rPr sz="2400" b="1" spc="5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Selenese</a:t>
            </a:r>
            <a:r>
              <a:rPr sz="2400" b="1" spc="-110" dirty="0">
                <a:solidFill>
                  <a:srgbClr val="C55A11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language</a:t>
            </a:r>
            <a:r>
              <a:rPr sz="2400" b="1" spc="5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which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58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5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write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scripts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-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IDE.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21504" y="762711"/>
            <a:ext cx="3119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55" dirty="0"/>
              <a:t> </a:t>
            </a:r>
            <a:r>
              <a:rPr spc="-25" dirty="0"/>
              <a:t>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305" rIns="0" bIns="0" rtlCol="0">
            <a:spAutoFit/>
          </a:bodyPr>
          <a:lstStyle/>
          <a:p>
            <a:pPr marL="2455545">
              <a:lnSpc>
                <a:spcPct val="100000"/>
              </a:lnSpc>
              <a:spcBef>
                <a:spcPts val="105"/>
              </a:spcBef>
            </a:pPr>
            <a:r>
              <a:rPr dirty="0"/>
              <a:t>Benefits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Selenium</a:t>
            </a:r>
            <a:r>
              <a:rPr spc="-20" dirty="0"/>
              <a:t> </a:t>
            </a:r>
            <a:r>
              <a:rPr spc="-25" dirty="0"/>
              <a:t>IDE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73708" y="966216"/>
            <a:ext cx="2264410" cy="3073400"/>
            <a:chOff x="1473708" y="966216"/>
            <a:chExt cx="2264410" cy="3073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1800" y="2141175"/>
              <a:ext cx="2225817" cy="1898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73708" y="1586484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1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8" y="1940052"/>
                  </a:lnTo>
                  <a:lnTo>
                    <a:pt x="1349801" y="1937878"/>
                  </a:lnTo>
                  <a:lnTo>
                    <a:pt x="1397013" y="1931482"/>
                  </a:lnTo>
                  <a:lnTo>
                    <a:pt x="1442817" y="1921052"/>
                  </a:lnTo>
                  <a:lnTo>
                    <a:pt x="1487026" y="1906775"/>
                  </a:lnTo>
                  <a:lnTo>
                    <a:pt x="1529452" y="1888839"/>
                  </a:lnTo>
                  <a:lnTo>
                    <a:pt x="1569908" y="1867431"/>
                  </a:lnTo>
                  <a:lnTo>
                    <a:pt x="1608205" y="1842739"/>
                  </a:lnTo>
                  <a:lnTo>
                    <a:pt x="1644156" y="1814951"/>
                  </a:lnTo>
                  <a:lnTo>
                    <a:pt x="1677574" y="1784254"/>
                  </a:lnTo>
                  <a:lnTo>
                    <a:pt x="1708271" y="1750836"/>
                  </a:lnTo>
                  <a:lnTo>
                    <a:pt x="1736059" y="1714885"/>
                  </a:lnTo>
                  <a:lnTo>
                    <a:pt x="1760751" y="1676588"/>
                  </a:lnTo>
                  <a:lnTo>
                    <a:pt x="1782159" y="1636132"/>
                  </a:lnTo>
                  <a:lnTo>
                    <a:pt x="1800095" y="1593706"/>
                  </a:lnTo>
                  <a:lnTo>
                    <a:pt x="1814372" y="1549497"/>
                  </a:lnTo>
                  <a:lnTo>
                    <a:pt x="1824802" y="1503693"/>
                  </a:lnTo>
                  <a:lnTo>
                    <a:pt x="1831198" y="1456481"/>
                  </a:lnTo>
                  <a:lnTo>
                    <a:pt x="1833371" y="1408049"/>
                  </a:lnTo>
                  <a:lnTo>
                    <a:pt x="1833371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369" y="3101720"/>
              <a:ext cx="465708" cy="4213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8944" y="1516354"/>
              <a:ext cx="735317" cy="3345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3493" y="1350899"/>
              <a:ext cx="143256" cy="4295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4184" y="1117079"/>
              <a:ext cx="391668" cy="4404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44674" y="1060196"/>
              <a:ext cx="217804" cy="325120"/>
            </a:xfrm>
            <a:custGeom>
              <a:avLst/>
              <a:gdLst/>
              <a:ahLst/>
              <a:cxnLst/>
              <a:rect l="l" t="t" r="r" b="b"/>
              <a:pathLst>
                <a:path w="217805" h="325119">
                  <a:moveTo>
                    <a:pt x="130175" y="0"/>
                  </a:moveTo>
                  <a:lnTo>
                    <a:pt x="0" y="257682"/>
                  </a:lnTo>
                  <a:lnTo>
                    <a:pt x="33496" y="295235"/>
                  </a:lnTo>
                  <a:lnTo>
                    <a:pt x="64992" y="318166"/>
                  </a:lnTo>
                  <a:lnTo>
                    <a:pt x="107584" y="324762"/>
                  </a:lnTo>
                  <a:lnTo>
                    <a:pt x="174370" y="313308"/>
                  </a:lnTo>
                  <a:lnTo>
                    <a:pt x="217296" y="27812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8108" y="966216"/>
              <a:ext cx="237744" cy="2682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801748" y="1912365"/>
            <a:ext cx="114490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Very</a:t>
            </a:r>
            <a:r>
              <a:rPr sz="1800" b="1" spc="-4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lang="en-US" b="1" spc="-25" dirty="0">
                <a:solidFill>
                  <a:srgbClr val="171717"/>
                </a:solidFill>
                <a:latin typeface="Verdana"/>
                <a:cs typeface="Verdana"/>
              </a:rPr>
              <a:t>easy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to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 use and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install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57828" y="966216"/>
            <a:ext cx="2262505" cy="3073400"/>
            <a:chOff x="3957828" y="966216"/>
            <a:chExt cx="2262505" cy="307340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4396" y="2145738"/>
              <a:ext cx="2225817" cy="18936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57828" y="1586484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2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9" y="1940052"/>
                  </a:lnTo>
                  <a:lnTo>
                    <a:pt x="1349801" y="1937878"/>
                  </a:lnTo>
                  <a:lnTo>
                    <a:pt x="1397013" y="1931482"/>
                  </a:lnTo>
                  <a:lnTo>
                    <a:pt x="1442817" y="1921052"/>
                  </a:lnTo>
                  <a:lnTo>
                    <a:pt x="1487026" y="1906775"/>
                  </a:lnTo>
                  <a:lnTo>
                    <a:pt x="1529452" y="1888839"/>
                  </a:lnTo>
                  <a:lnTo>
                    <a:pt x="1569908" y="1867431"/>
                  </a:lnTo>
                  <a:lnTo>
                    <a:pt x="1608205" y="1842739"/>
                  </a:lnTo>
                  <a:lnTo>
                    <a:pt x="1644156" y="1814951"/>
                  </a:lnTo>
                  <a:lnTo>
                    <a:pt x="1677574" y="1784254"/>
                  </a:lnTo>
                  <a:lnTo>
                    <a:pt x="1708271" y="1750836"/>
                  </a:lnTo>
                  <a:lnTo>
                    <a:pt x="1736059" y="1714885"/>
                  </a:lnTo>
                  <a:lnTo>
                    <a:pt x="1760751" y="1676588"/>
                  </a:lnTo>
                  <a:lnTo>
                    <a:pt x="1782159" y="1636132"/>
                  </a:lnTo>
                  <a:lnTo>
                    <a:pt x="1800095" y="1593706"/>
                  </a:lnTo>
                  <a:lnTo>
                    <a:pt x="1814372" y="1549497"/>
                  </a:lnTo>
                  <a:lnTo>
                    <a:pt x="1824802" y="1503693"/>
                  </a:lnTo>
                  <a:lnTo>
                    <a:pt x="1831198" y="1456481"/>
                  </a:lnTo>
                  <a:lnTo>
                    <a:pt x="1833372" y="1408049"/>
                  </a:lnTo>
                  <a:lnTo>
                    <a:pt x="1833372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8844" y="3022066"/>
              <a:ext cx="566966" cy="5227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08727" y="3101720"/>
              <a:ext cx="466090" cy="421640"/>
            </a:xfrm>
            <a:custGeom>
              <a:avLst/>
              <a:gdLst/>
              <a:ahLst/>
              <a:cxnLst/>
              <a:rect l="l" t="t" r="r" b="b"/>
              <a:pathLst>
                <a:path w="466089" h="421639">
                  <a:moveTo>
                    <a:pt x="465709" y="0"/>
                  </a:moveTo>
                  <a:lnTo>
                    <a:pt x="436157" y="52820"/>
                  </a:lnTo>
                  <a:lnTo>
                    <a:pt x="405191" y="87493"/>
                  </a:lnTo>
                  <a:lnTo>
                    <a:pt x="372475" y="106362"/>
                  </a:lnTo>
                  <a:lnTo>
                    <a:pt x="337674" y="111769"/>
                  </a:lnTo>
                  <a:lnTo>
                    <a:pt x="300453" y="106056"/>
                  </a:lnTo>
                  <a:lnTo>
                    <a:pt x="260476" y="91566"/>
                  </a:lnTo>
                  <a:lnTo>
                    <a:pt x="245951" y="124143"/>
                  </a:lnTo>
                  <a:lnTo>
                    <a:pt x="235350" y="153202"/>
                  </a:lnTo>
                  <a:lnTo>
                    <a:pt x="226240" y="180098"/>
                  </a:lnTo>
                  <a:lnTo>
                    <a:pt x="216191" y="206181"/>
                  </a:lnTo>
                  <a:lnTo>
                    <a:pt x="183548" y="261325"/>
                  </a:lnTo>
                  <a:lnTo>
                    <a:pt x="156091" y="293089"/>
                  </a:lnTo>
                  <a:lnTo>
                    <a:pt x="117968" y="329453"/>
                  </a:lnTo>
                  <a:lnTo>
                    <a:pt x="66748" y="371767"/>
                  </a:lnTo>
                  <a:lnTo>
                    <a:pt x="0" y="421386"/>
                  </a:lnTo>
                  <a:lnTo>
                    <a:pt x="29023" y="416004"/>
                  </a:lnTo>
                  <a:lnTo>
                    <a:pt x="96835" y="399166"/>
                  </a:lnTo>
                  <a:lnTo>
                    <a:pt x="134141" y="387099"/>
                  </a:lnTo>
                  <a:lnTo>
                    <a:pt x="172724" y="372194"/>
                  </a:lnTo>
                  <a:lnTo>
                    <a:pt x="211844" y="354147"/>
                  </a:lnTo>
                  <a:lnTo>
                    <a:pt x="250758" y="332651"/>
                  </a:lnTo>
                  <a:lnTo>
                    <a:pt x="288725" y="307404"/>
                  </a:lnTo>
                  <a:lnTo>
                    <a:pt x="325005" y="278099"/>
                  </a:lnTo>
                  <a:lnTo>
                    <a:pt x="358854" y="244432"/>
                  </a:lnTo>
                  <a:lnTo>
                    <a:pt x="389533" y="206098"/>
                  </a:lnTo>
                  <a:lnTo>
                    <a:pt x="416299" y="162793"/>
                  </a:lnTo>
                  <a:lnTo>
                    <a:pt x="438412" y="114211"/>
                  </a:lnTo>
                  <a:lnTo>
                    <a:pt x="455129" y="60048"/>
                  </a:lnTo>
                  <a:lnTo>
                    <a:pt x="46570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03064" y="1516354"/>
              <a:ext cx="733806" cy="3345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76978" y="1350899"/>
              <a:ext cx="143256" cy="4295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18304" y="1117079"/>
              <a:ext cx="390144" cy="4404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28159" y="1060196"/>
              <a:ext cx="217804" cy="325120"/>
            </a:xfrm>
            <a:custGeom>
              <a:avLst/>
              <a:gdLst/>
              <a:ahLst/>
              <a:cxnLst/>
              <a:rect l="l" t="t" r="r" b="b"/>
              <a:pathLst>
                <a:path w="217804" h="325119">
                  <a:moveTo>
                    <a:pt x="130175" y="0"/>
                  </a:moveTo>
                  <a:lnTo>
                    <a:pt x="0" y="257682"/>
                  </a:lnTo>
                  <a:lnTo>
                    <a:pt x="33496" y="295235"/>
                  </a:lnTo>
                  <a:lnTo>
                    <a:pt x="64992" y="318166"/>
                  </a:lnTo>
                  <a:lnTo>
                    <a:pt x="107584" y="324762"/>
                  </a:lnTo>
                  <a:lnTo>
                    <a:pt x="174370" y="313308"/>
                  </a:lnTo>
                  <a:lnTo>
                    <a:pt x="217296" y="27812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0704" y="966216"/>
              <a:ext cx="237744" cy="26822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295902" y="1792351"/>
            <a:ext cx="12750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Has</a:t>
            </a:r>
            <a:r>
              <a:rPr sz="1800" b="1" spc="-1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built-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in</a:t>
            </a:r>
            <a:r>
              <a:rPr sz="1800" b="1" spc="-3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test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results reporting module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19088" y="966216"/>
            <a:ext cx="2264410" cy="3073400"/>
            <a:chOff x="6419088" y="966216"/>
            <a:chExt cx="2264410" cy="307340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7180" y="2141175"/>
              <a:ext cx="2225817" cy="18982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19088" y="1586484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1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8" y="1940052"/>
                  </a:lnTo>
                  <a:lnTo>
                    <a:pt x="1349782" y="1937878"/>
                  </a:lnTo>
                  <a:lnTo>
                    <a:pt x="1396979" y="1931482"/>
                  </a:lnTo>
                  <a:lnTo>
                    <a:pt x="1442773" y="1921052"/>
                  </a:lnTo>
                  <a:lnTo>
                    <a:pt x="1486975" y="1906775"/>
                  </a:lnTo>
                  <a:lnTo>
                    <a:pt x="1529397" y="1888839"/>
                  </a:lnTo>
                  <a:lnTo>
                    <a:pt x="1569851" y="1867431"/>
                  </a:lnTo>
                  <a:lnTo>
                    <a:pt x="1608150" y="1842739"/>
                  </a:lnTo>
                  <a:lnTo>
                    <a:pt x="1644104" y="1814951"/>
                  </a:lnTo>
                  <a:lnTo>
                    <a:pt x="1677527" y="1784254"/>
                  </a:lnTo>
                  <a:lnTo>
                    <a:pt x="1708229" y="1750836"/>
                  </a:lnTo>
                  <a:lnTo>
                    <a:pt x="1736024" y="1714885"/>
                  </a:lnTo>
                  <a:lnTo>
                    <a:pt x="1760723" y="1676588"/>
                  </a:lnTo>
                  <a:lnTo>
                    <a:pt x="1782138" y="1636132"/>
                  </a:lnTo>
                  <a:lnTo>
                    <a:pt x="1800080" y="1593706"/>
                  </a:lnTo>
                  <a:lnTo>
                    <a:pt x="1814363" y="1549497"/>
                  </a:lnTo>
                  <a:lnTo>
                    <a:pt x="1824798" y="1503693"/>
                  </a:lnTo>
                  <a:lnTo>
                    <a:pt x="1831197" y="1456481"/>
                  </a:lnTo>
                  <a:lnTo>
                    <a:pt x="1833371" y="1408049"/>
                  </a:lnTo>
                  <a:lnTo>
                    <a:pt x="1833371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70749" y="3101720"/>
              <a:ext cx="465708" cy="4213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4" y="1516354"/>
              <a:ext cx="735317" cy="33454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39000" y="1350899"/>
              <a:ext cx="143128" cy="42951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9564" y="1117079"/>
              <a:ext cx="391667" cy="44044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90180" y="1060196"/>
              <a:ext cx="217170" cy="325120"/>
            </a:xfrm>
            <a:custGeom>
              <a:avLst/>
              <a:gdLst/>
              <a:ahLst/>
              <a:cxnLst/>
              <a:rect l="l" t="t" r="r" b="b"/>
              <a:pathLst>
                <a:path w="217170" h="325119">
                  <a:moveTo>
                    <a:pt x="130048" y="0"/>
                  </a:moveTo>
                  <a:lnTo>
                    <a:pt x="0" y="257682"/>
                  </a:lnTo>
                  <a:lnTo>
                    <a:pt x="33476" y="295235"/>
                  </a:lnTo>
                  <a:lnTo>
                    <a:pt x="64928" y="318166"/>
                  </a:lnTo>
                  <a:lnTo>
                    <a:pt x="107477" y="324762"/>
                  </a:lnTo>
                  <a:lnTo>
                    <a:pt x="174244" y="313308"/>
                  </a:lnTo>
                  <a:lnTo>
                    <a:pt x="217170" y="27812"/>
                  </a:lnTo>
                  <a:lnTo>
                    <a:pt x="1300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3488" y="966216"/>
              <a:ext cx="237743" cy="26822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452742" y="1867915"/>
            <a:ext cx="17691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No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programming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experience</a:t>
            </a:r>
            <a:r>
              <a:rPr sz="1800" b="1" spc="-12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35" dirty="0">
                <a:solidFill>
                  <a:srgbClr val="171717"/>
                </a:solidFill>
                <a:latin typeface="Verdana"/>
                <a:cs typeface="Verdana"/>
              </a:rPr>
              <a:t>is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required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842247" y="966216"/>
            <a:ext cx="2262505" cy="3073400"/>
            <a:chOff x="8842247" y="966216"/>
            <a:chExt cx="2262505" cy="3073400"/>
          </a:xfrm>
        </p:grpSpPr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80324" y="2141175"/>
              <a:ext cx="2224323" cy="18982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842247" y="1586484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2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9" y="1940052"/>
                  </a:lnTo>
                  <a:lnTo>
                    <a:pt x="1349782" y="1937878"/>
                  </a:lnTo>
                  <a:lnTo>
                    <a:pt x="1396979" y="1931482"/>
                  </a:lnTo>
                  <a:lnTo>
                    <a:pt x="1442773" y="1921052"/>
                  </a:lnTo>
                  <a:lnTo>
                    <a:pt x="1486975" y="1906775"/>
                  </a:lnTo>
                  <a:lnTo>
                    <a:pt x="1529397" y="1888839"/>
                  </a:lnTo>
                  <a:lnTo>
                    <a:pt x="1569851" y="1867431"/>
                  </a:lnTo>
                  <a:lnTo>
                    <a:pt x="1608150" y="1842739"/>
                  </a:lnTo>
                  <a:lnTo>
                    <a:pt x="1644104" y="1814951"/>
                  </a:lnTo>
                  <a:lnTo>
                    <a:pt x="1677527" y="1784254"/>
                  </a:lnTo>
                  <a:lnTo>
                    <a:pt x="1708229" y="1750836"/>
                  </a:lnTo>
                  <a:lnTo>
                    <a:pt x="1736024" y="1714885"/>
                  </a:lnTo>
                  <a:lnTo>
                    <a:pt x="1760723" y="1676588"/>
                  </a:lnTo>
                  <a:lnTo>
                    <a:pt x="1782138" y="1636132"/>
                  </a:lnTo>
                  <a:lnTo>
                    <a:pt x="1800080" y="1593706"/>
                  </a:lnTo>
                  <a:lnTo>
                    <a:pt x="1814363" y="1549497"/>
                  </a:lnTo>
                  <a:lnTo>
                    <a:pt x="1824798" y="1503693"/>
                  </a:lnTo>
                  <a:lnTo>
                    <a:pt x="1831197" y="1456481"/>
                  </a:lnTo>
                  <a:lnTo>
                    <a:pt x="1833372" y="1408049"/>
                  </a:lnTo>
                  <a:lnTo>
                    <a:pt x="1833372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13263" y="3022066"/>
              <a:ext cx="568477" cy="52275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193527" y="3101720"/>
              <a:ext cx="466090" cy="421640"/>
            </a:xfrm>
            <a:custGeom>
              <a:avLst/>
              <a:gdLst/>
              <a:ahLst/>
              <a:cxnLst/>
              <a:rect l="l" t="t" r="r" b="b"/>
              <a:pathLst>
                <a:path w="466090" h="421639">
                  <a:moveTo>
                    <a:pt x="465708" y="0"/>
                  </a:moveTo>
                  <a:lnTo>
                    <a:pt x="436103" y="52820"/>
                  </a:lnTo>
                  <a:lnTo>
                    <a:pt x="405101" y="87493"/>
                  </a:lnTo>
                  <a:lnTo>
                    <a:pt x="372363" y="106362"/>
                  </a:lnTo>
                  <a:lnTo>
                    <a:pt x="337551" y="111769"/>
                  </a:lnTo>
                  <a:lnTo>
                    <a:pt x="300326" y="106056"/>
                  </a:lnTo>
                  <a:lnTo>
                    <a:pt x="260350" y="91566"/>
                  </a:lnTo>
                  <a:lnTo>
                    <a:pt x="245825" y="124143"/>
                  </a:lnTo>
                  <a:lnTo>
                    <a:pt x="235224" y="153202"/>
                  </a:lnTo>
                  <a:lnTo>
                    <a:pt x="226117" y="180098"/>
                  </a:lnTo>
                  <a:lnTo>
                    <a:pt x="216072" y="206181"/>
                  </a:lnTo>
                  <a:lnTo>
                    <a:pt x="183448" y="261325"/>
                  </a:lnTo>
                  <a:lnTo>
                    <a:pt x="156008" y="293089"/>
                  </a:lnTo>
                  <a:lnTo>
                    <a:pt x="117906" y="329453"/>
                  </a:lnTo>
                  <a:lnTo>
                    <a:pt x="66714" y="371767"/>
                  </a:lnTo>
                  <a:lnTo>
                    <a:pt x="0" y="421386"/>
                  </a:lnTo>
                  <a:lnTo>
                    <a:pt x="29022" y="416004"/>
                  </a:lnTo>
                  <a:lnTo>
                    <a:pt x="96823" y="399166"/>
                  </a:lnTo>
                  <a:lnTo>
                    <a:pt x="134121" y="387099"/>
                  </a:lnTo>
                  <a:lnTo>
                    <a:pt x="172696" y="372194"/>
                  </a:lnTo>
                  <a:lnTo>
                    <a:pt x="211807" y="354147"/>
                  </a:lnTo>
                  <a:lnTo>
                    <a:pt x="250714" y="332651"/>
                  </a:lnTo>
                  <a:lnTo>
                    <a:pt x="288675" y="307404"/>
                  </a:lnTo>
                  <a:lnTo>
                    <a:pt x="324950" y="278099"/>
                  </a:lnTo>
                  <a:lnTo>
                    <a:pt x="358798" y="244432"/>
                  </a:lnTo>
                  <a:lnTo>
                    <a:pt x="389479" y="206098"/>
                  </a:lnTo>
                  <a:lnTo>
                    <a:pt x="416251" y="162793"/>
                  </a:lnTo>
                  <a:lnTo>
                    <a:pt x="438374" y="114211"/>
                  </a:lnTo>
                  <a:lnTo>
                    <a:pt x="455106" y="60048"/>
                  </a:lnTo>
                  <a:lnTo>
                    <a:pt x="46570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87483" y="1516354"/>
              <a:ext cx="735317" cy="33454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61651" y="1350899"/>
              <a:ext cx="143255" cy="42951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02723" y="1117079"/>
              <a:ext cx="391668" cy="44044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9712832" y="1060196"/>
              <a:ext cx="217804" cy="325120"/>
            </a:xfrm>
            <a:custGeom>
              <a:avLst/>
              <a:gdLst/>
              <a:ahLst/>
              <a:cxnLst/>
              <a:rect l="l" t="t" r="r" b="b"/>
              <a:pathLst>
                <a:path w="217804" h="325119">
                  <a:moveTo>
                    <a:pt x="130175" y="0"/>
                  </a:moveTo>
                  <a:lnTo>
                    <a:pt x="0" y="257682"/>
                  </a:lnTo>
                  <a:lnTo>
                    <a:pt x="33496" y="295235"/>
                  </a:lnTo>
                  <a:lnTo>
                    <a:pt x="64992" y="318166"/>
                  </a:lnTo>
                  <a:lnTo>
                    <a:pt x="107584" y="324762"/>
                  </a:lnTo>
                  <a:lnTo>
                    <a:pt x="174371" y="313308"/>
                  </a:lnTo>
                  <a:lnTo>
                    <a:pt x="217297" y="27812"/>
                  </a:lnTo>
                  <a:lnTo>
                    <a:pt x="130175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55123" y="966216"/>
              <a:ext cx="239268" cy="26822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914892" y="1568322"/>
            <a:ext cx="166433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It</a:t>
            </a:r>
            <a:r>
              <a:rPr sz="1800" b="1" spc="-3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is</a:t>
            </a:r>
            <a:r>
              <a:rPr sz="1800" b="1" spc="-3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used</a:t>
            </a:r>
            <a:r>
              <a:rPr sz="1800" b="1" spc="-3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to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create</a:t>
            </a:r>
            <a:r>
              <a:rPr sz="1800" b="1" spc="-7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and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execute</a:t>
            </a:r>
            <a:r>
              <a:rPr sz="1800" b="1" spc="-9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Test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cases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using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Firefox</a:t>
            </a:r>
            <a:r>
              <a:rPr sz="1800" b="1" spc="-5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or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Chrome browsers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606039" y="3686543"/>
            <a:ext cx="2264410" cy="3072130"/>
            <a:chOff x="2606039" y="3686543"/>
            <a:chExt cx="2264410" cy="3072130"/>
          </a:xfrm>
        </p:grpSpPr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44132" y="4864554"/>
              <a:ext cx="2225817" cy="189368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606039" y="4306823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2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9" y="1940052"/>
                  </a:lnTo>
                  <a:lnTo>
                    <a:pt x="1349782" y="1937877"/>
                  </a:lnTo>
                  <a:lnTo>
                    <a:pt x="1396979" y="1931480"/>
                  </a:lnTo>
                  <a:lnTo>
                    <a:pt x="1442773" y="1921048"/>
                  </a:lnTo>
                  <a:lnTo>
                    <a:pt x="1486975" y="1906768"/>
                  </a:lnTo>
                  <a:lnTo>
                    <a:pt x="1529397" y="1888828"/>
                  </a:lnTo>
                  <a:lnTo>
                    <a:pt x="1569851" y="1867417"/>
                  </a:lnTo>
                  <a:lnTo>
                    <a:pt x="1608150" y="1842722"/>
                  </a:lnTo>
                  <a:lnTo>
                    <a:pt x="1644104" y="1814930"/>
                  </a:lnTo>
                  <a:lnTo>
                    <a:pt x="1677527" y="1784230"/>
                  </a:lnTo>
                  <a:lnTo>
                    <a:pt x="1708229" y="1750810"/>
                  </a:lnTo>
                  <a:lnTo>
                    <a:pt x="1736024" y="1714857"/>
                  </a:lnTo>
                  <a:lnTo>
                    <a:pt x="1760723" y="1676559"/>
                  </a:lnTo>
                  <a:lnTo>
                    <a:pt x="1782138" y="1636105"/>
                  </a:lnTo>
                  <a:lnTo>
                    <a:pt x="1800080" y="1593681"/>
                  </a:lnTo>
                  <a:lnTo>
                    <a:pt x="1814363" y="1549475"/>
                  </a:lnTo>
                  <a:lnTo>
                    <a:pt x="1824798" y="1503676"/>
                  </a:lnTo>
                  <a:lnTo>
                    <a:pt x="1831197" y="1456471"/>
                  </a:lnTo>
                  <a:lnTo>
                    <a:pt x="1833372" y="1408048"/>
                  </a:lnTo>
                  <a:lnTo>
                    <a:pt x="1833372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58081" y="5821146"/>
              <a:ext cx="465708" cy="4214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51275" y="4235195"/>
              <a:ext cx="733805" cy="33604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26332" y="4070349"/>
              <a:ext cx="143128" cy="42951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66515" y="3835895"/>
              <a:ext cx="391668" cy="44044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477513" y="3779646"/>
              <a:ext cx="217170" cy="325120"/>
            </a:xfrm>
            <a:custGeom>
              <a:avLst/>
              <a:gdLst/>
              <a:ahLst/>
              <a:cxnLst/>
              <a:rect l="l" t="t" r="r" b="b"/>
              <a:pathLst>
                <a:path w="217170" h="325120">
                  <a:moveTo>
                    <a:pt x="130048" y="0"/>
                  </a:moveTo>
                  <a:lnTo>
                    <a:pt x="0" y="257682"/>
                  </a:lnTo>
                  <a:lnTo>
                    <a:pt x="33494" y="295235"/>
                  </a:lnTo>
                  <a:lnTo>
                    <a:pt x="64976" y="318166"/>
                  </a:lnTo>
                  <a:lnTo>
                    <a:pt x="107531" y="324762"/>
                  </a:lnTo>
                  <a:lnTo>
                    <a:pt x="174244" y="313308"/>
                  </a:lnTo>
                  <a:lnTo>
                    <a:pt x="217170" y="27812"/>
                  </a:lnTo>
                  <a:lnTo>
                    <a:pt x="1300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520439" y="3686543"/>
              <a:ext cx="237744" cy="266712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2757677" y="4583683"/>
            <a:ext cx="13550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1800" b="1" spc="-5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user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can</a:t>
            </a:r>
            <a:r>
              <a:rPr sz="1800" b="1" spc="-5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easily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record</a:t>
            </a:r>
            <a:r>
              <a:rPr sz="1800" b="1" spc="-7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5" dirty="0">
                <a:solidFill>
                  <a:srgbClr val="171717"/>
                </a:solidFill>
                <a:latin typeface="Verdana"/>
                <a:cs typeface="Verdana"/>
              </a:rPr>
              <a:t>the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Test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scripts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090159" y="3686543"/>
            <a:ext cx="2264410" cy="3072130"/>
            <a:chOff x="5090159" y="3686543"/>
            <a:chExt cx="2264410" cy="3072130"/>
          </a:xfrm>
        </p:grpSpPr>
        <p:pic>
          <p:nvPicPr>
            <p:cNvPr id="56" name="object 5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28252" y="4864554"/>
              <a:ext cx="2225817" cy="189368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090159" y="4306823"/>
              <a:ext cx="1833880" cy="1940560"/>
            </a:xfrm>
            <a:custGeom>
              <a:avLst/>
              <a:gdLst/>
              <a:ahLst/>
              <a:cxnLst/>
              <a:rect l="l" t="t" r="r" b="b"/>
              <a:pathLst>
                <a:path w="1833879" h="1940560">
                  <a:moveTo>
                    <a:pt x="1833371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1368" y="1940052"/>
                  </a:lnTo>
                  <a:lnTo>
                    <a:pt x="1349782" y="1937877"/>
                  </a:lnTo>
                  <a:lnTo>
                    <a:pt x="1396979" y="1931480"/>
                  </a:lnTo>
                  <a:lnTo>
                    <a:pt x="1442773" y="1921048"/>
                  </a:lnTo>
                  <a:lnTo>
                    <a:pt x="1486975" y="1906768"/>
                  </a:lnTo>
                  <a:lnTo>
                    <a:pt x="1529397" y="1888828"/>
                  </a:lnTo>
                  <a:lnTo>
                    <a:pt x="1569851" y="1867417"/>
                  </a:lnTo>
                  <a:lnTo>
                    <a:pt x="1608150" y="1842722"/>
                  </a:lnTo>
                  <a:lnTo>
                    <a:pt x="1644104" y="1814930"/>
                  </a:lnTo>
                  <a:lnTo>
                    <a:pt x="1677527" y="1784230"/>
                  </a:lnTo>
                  <a:lnTo>
                    <a:pt x="1708229" y="1750810"/>
                  </a:lnTo>
                  <a:lnTo>
                    <a:pt x="1736024" y="1714857"/>
                  </a:lnTo>
                  <a:lnTo>
                    <a:pt x="1760723" y="1676559"/>
                  </a:lnTo>
                  <a:lnTo>
                    <a:pt x="1782138" y="1636105"/>
                  </a:lnTo>
                  <a:lnTo>
                    <a:pt x="1800080" y="1593681"/>
                  </a:lnTo>
                  <a:lnTo>
                    <a:pt x="1814363" y="1549475"/>
                  </a:lnTo>
                  <a:lnTo>
                    <a:pt x="1824798" y="1503676"/>
                  </a:lnTo>
                  <a:lnTo>
                    <a:pt x="1831197" y="1456471"/>
                  </a:lnTo>
                  <a:lnTo>
                    <a:pt x="1833371" y="1408048"/>
                  </a:lnTo>
                  <a:lnTo>
                    <a:pt x="1833371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61175" y="5740907"/>
              <a:ext cx="568477" cy="52426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441566" y="5821146"/>
              <a:ext cx="466090" cy="421640"/>
            </a:xfrm>
            <a:custGeom>
              <a:avLst/>
              <a:gdLst/>
              <a:ahLst/>
              <a:cxnLst/>
              <a:rect l="l" t="t" r="r" b="b"/>
              <a:pathLst>
                <a:path w="466090" h="421639">
                  <a:moveTo>
                    <a:pt x="465709" y="0"/>
                  </a:moveTo>
                  <a:lnTo>
                    <a:pt x="436104" y="52839"/>
                  </a:lnTo>
                  <a:lnTo>
                    <a:pt x="405106" y="87521"/>
                  </a:lnTo>
                  <a:lnTo>
                    <a:pt x="372379" y="106395"/>
                  </a:lnTo>
                  <a:lnTo>
                    <a:pt x="337589" y="111808"/>
                  </a:lnTo>
                  <a:lnTo>
                    <a:pt x="300400" y="106108"/>
                  </a:lnTo>
                  <a:lnTo>
                    <a:pt x="260477" y="91643"/>
                  </a:lnTo>
                  <a:lnTo>
                    <a:pt x="245917" y="124215"/>
                  </a:lnTo>
                  <a:lnTo>
                    <a:pt x="235289" y="153270"/>
                  </a:lnTo>
                  <a:lnTo>
                    <a:pt x="226160" y="180161"/>
                  </a:lnTo>
                  <a:lnTo>
                    <a:pt x="216100" y="206240"/>
                  </a:lnTo>
                  <a:lnTo>
                    <a:pt x="183457" y="261378"/>
                  </a:lnTo>
                  <a:lnTo>
                    <a:pt x="156011" y="293142"/>
                  </a:lnTo>
                  <a:lnTo>
                    <a:pt x="117907" y="329507"/>
                  </a:lnTo>
                  <a:lnTo>
                    <a:pt x="66714" y="371825"/>
                  </a:lnTo>
                  <a:lnTo>
                    <a:pt x="0" y="421449"/>
                  </a:lnTo>
                  <a:lnTo>
                    <a:pt x="29022" y="416068"/>
                  </a:lnTo>
                  <a:lnTo>
                    <a:pt x="96823" y="399231"/>
                  </a:lnTo>
                  <a:lnTo>
                    <a:pt x="134121" y="387165"/>
                  </a:lnTo>
                  <a:lnTo>
                    <a:pt x="172696" y="372261"/>
                  </a:lnTo>
                  <a:lnTo>
                    <a:pt x="211807" y="354213"/>
                  </a:lnTo>
                  <a:lnTo>
                    <a:pt x="250714" y="332717"/>
                  </a:lnTo>
                  <a:lnTo>
                    <a:pt x="288675" y="307468"/>
                  </a:lnTo>
                  <a:lnTo>
                    <a:pt x="324950" y="278160"/>
                  </a:lnTo>
                  <a:lnTo>
                    <a:pt x="358798" y="244488"/>
                  </a:lnTo>
                  <a:lnTo>
                    <a:pt x="389479" y="206148"/>
                  </a:lnTo>
                  <a:lnTo>
                    <a:pt x="416251" y="162834"/>
                  </a:lnTo>
                  <a:lnTo>
                    <a:pt x="438374" y="114241"/>
                  </a:lnTo>
                  <a:lnTo>
                    <a:pt x="455106" y="60065"/>
                  </a:lnTo>
                  <a:lnTo>
                    <a:pt x="46570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35395" y="4235195"/>
              <a:ext cx="733805" cy="33604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909817" y="4070349"/>
              <a:ext cx="143129" cy="42951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50635" y="3835895"/>
              <a:ext cx="391667" cy="44044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960998" y="3779646"/>
              <a:ext cx="217170" cy="325120"/>
            </a:xfrm>
            <a:custGeom>
              <a:avLst/>
              <a:gdLst/>
              <a:ahLst/>
              <a:cxnLst/>
              <a:rect l="l" t="t" r="r" b="b"/>
              <a:pathLst>
                <a:path w="217170" h="325120">
                  <a:moveTo>
                    <a:pt x="130048" y="0"/>
                  </a:moveTo>
                  <a:lnTo>
                    <a:pt x="0" y="257682"/>
                  </a:lnTo>
                  <a:lnTo>
                    <a:pt x="33476" y="295235"/>
                  </a:lnTo>
                  <a:lnTo>
                    <a:pt x="64928" y="318166"/>
                  </a:lnTo>
                  <a:lnTo>
                    <a:pt x="107477" y="324762"/>
                  </a:lnTo>
                  <a:lnTo>
                    <a:pt x="174243" y="313308"/>
                  </a:lnTo>
                  <a:lnTo>
                    <a:pt x="217170" y="27812"/>
                  </a:lnTo>
                  <a:lnTo>
                    <a:pt x="1300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03035" y="3686543"/>
              <a:ext cx="239267" cy="266712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5498084" y="4708347"/>
            <a:ext cx="11391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5080" indent="-33655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1800" b="1" spc="-5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user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can</a:t>
            </a:r>
            <a:r>
              <a:rPr sz="1800" b="1" spc="-5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edit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1800" b="1" spc="-4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Test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scripts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551419" y="3686543"/>
            <a:ext cx="2264410" cy="3072130"/>
            <a:chOff x="7551419" y="3686543"/>
            <a:chExt cx="2264410" cy="3072130"/>
          </a:xfrm>
        </p:grpSpPr>
        <p:pic>
          <p:nvPicPr>
            <p:cNvPr id="67" name="object 6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89512" y="4864554"/>
              <a:ext cx="2225817" cy="189368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7551419" y="4306823"/>
              <a:ext cx="1835150" cy="1940560"/>
            </a:xfrm>
            <a:custGeom>
              <a:avLst/>
              <a:gdLst/>
              <a:ahLst/>
              <a:cxnLst/>
              <a:rect l="l" t="t" r="r" b="b"/>
              <a:pathLst>
                <a:path w="1835150" h="1940560">
                  <a:moveTo>
                    <a:pt x="1834896" y="0"/>
                  </a:moveTo>
                  <a:lnTo>
                    <a:pt x="0" y="0"/>
                  </a:lnTo>
                  <a:lnTo>
                    <a:pt x="0" y="1940052"/>
                  </a:lnTo>
                  <a:lnTo>
                    <a:pt x="1302384" y="1940052"/>
                  </a:lnTo>
                  <a:lnTo>
                    <a:pt x="1350859" y="1937876"/>
                  </a:lnTo>
                  <a:lnTo>
                    <a:pt x="1398113" y="1931473"/>
                  </a:lnTo>
                  <a:lnTo>
                    <a:pt x="1443959" y="1921031"/>
                  </a:lnTo>
                  <a:lnTo>
                    <a:pt x="1488209" y="1906739"/>
                  </a:lnTo>
                  <a:lnTo>
                    <a:pt x="1530674" y="1888785"/>
                  </a:lnTo>
                  <a:lnTo>
                    <a:pt x="1571168" y="1867355"/>
                  </a:lnTo>
                  <a:lnTo>
                    <a:pt x="1609502" y="1842639"/>
                  </a:lnTo>
                  <a:lnTo>
                    <a:pt x="1645489" y="1814824"/>
                  </a:lnTo>
                  <a:lnTo>
                    <a:pt x="1678939" y="1784099"/>
                  </a:lnTo>
                  <a:lnTo>
                    <a:pt x="1709667" y="1750650"/>
                  </a:lnTo>
                  <a:lnTo>
                    <a:pt x="1737483" y="1714667"/>
                  </a:lnTo>
                  <a:lnTo>
                    <a:pt x="1762200" y="1676337"/>
                  </a:lnTo>
                  <a:lnTo>
                    <a:pt x="1783629" y="1635849"/>
                  </a:lnTo>
                  <a:lnTo>
                    <a:pt x="1801584" y="1593389"/>
                  </a:lnTo>
                  <a:lnTo>
                    <a:pt x="1815876" y="1549147"/>
                  </a:lnTo>
                  <a:lnTo>
                    <a:pt x="1826317" y="1503310"/>
                  </a:lnTo>
                  <a:lnTo>
                    <a:pt x="1832720" y="1456067"/>
                  </a:lnTo>
                  <a:lnTo>
                    <a:pt x="1834896" y="1407604"/>
                  </a:lnTo>
                  <a:lnTo>
                    <a:pt x="1834896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903461" y="5821146"/>
              <a:ext cx="465709" cy="42144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296655" y="4235195"/>
              <a:ext cx="733805" cy="33604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371712" y="4070349"/>
              <a:ext cx="143255" cy="42951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311895" y="3835895"/>
              <a:ext cx="391668" cy="44044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8422893" y="3779646"/>
              <a:ext cx="217804" cy="325120"/>
            </a:xfrm>
            <a:custGeom>
              <a:avLst/>
              <a:gdLst/>
              <a:ahLst/>
              <a:cxnLst/>
              <a:rect l="l" t="t" r="r" b="b"/>
              <a:pathLst>
                <a:path w="217804" h="325120">
                  <a:moveTo>
                    <a:pt x="130048" y="0"/>
                  </a:moveTo>
                  <a:lnTo>
                    <a:pt x="0" y="257682"/>
                  </a:lnTo>
                  <a:lnTo>
                    <a:pt x="33496" y="295235"/>
                  </a:lnTo>
                  <a:lnTo>
                    <a:pt x="64992" y="318166"/>
                  </a:lnTo>
                  <a:lnTo>
                    <a:pt x="107584" y="324762"/>
                  </a:lnTo>
                  <a:lnTo>
                    <a:pt x="174371" y="313308"/>
                  </a:lnTo>
                  <a:lnTo>
                    <a:pt x="217297" y="27812"/>
                  </a:lnTo>
                  <a:lnTo>
                    <a:pt x="1300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65819" y="3686543"/>
              <a:ext cx="237744" cy="266712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7724647" y="4806772"/>
            <a:ext cx="15284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The</a:t>
            </a:r>
            <a:r>
              <a:rPr sz="1800" b="1" spc="-5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171717"/>
                </a:solidFill>
                <a:latin typeface="Verdana"/>
                <a:cs typeface="Verdana"/>
              </a:rPr>
              <a:t>user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can</a:t>
            </a:r>
            <a:r>
              <a:rPr sz="1800" b="1" spc="-50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create </a:t>
            </a:r>
            <a:r>
              <a:rPr sz="1800" b="1" dirty="0">
                <a:solidFill>
                  <a:srgbClr val="171717"/>
                </a:solidFill>
                <a:latin typeface="Verdana"/>
                <a:cs typeface="Verdana"/>
              </a:rPr>
              <a:t>Test</a:t>
            </a:r>
            <a:r>
              <a:rPr sz="1800" b="1" spc="-55" dirty="0">
                <a:solidFill>
                  <a:srgbClr val="171717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171717"/>
                </a:solidFill>
                <a:latin typeface="Verdana"/>
                <a:cs typeface="Verdana"/>
              </a:rPr>
              <a:t>Suites.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9716" y="2033142"/>
            <a:ext cx="1013206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56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RC</a:t>
            </a:r>
            <a:r>
              <a:rPr sz="2400" b="1" spc="56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5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5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tool</a:t>
            </a:r>
            <a:r>
              <a:rPr sz="2400" b="1" spc="5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5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5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web</a:t>
            </a:r>
            <a:r>
              <a:rPr sz="2400" b="1" spc="5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applications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testing.</a:t>
            </a:r>
            <a:r>
              <a:rPr sz="2400" b="1" spc="2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2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supports</a:t>
            </a:r>
            <a:r>
              <a:rPr sz="2400" b="1" spc="2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programming</a:t>
            </a:r>
            <a:r>
              <a:rPr sz="2400" b="1" spc="2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using</a:t>
            </a:r>
            <a:r>
              <a:rPr sz="2400" b="1" spc="2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RC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.</a:t>
            </a:r>
            <a:r>
              <a:rPr sz="2400" b="1" spc="2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Using</a:t>
            </a:r>
            <a:r>
              <a:rPr sz="2400" b="1" spc="2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RC,</a:t>
            </a:r>
            <a:r>
              <a:rPr sz="2400" b="1" spc="2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we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1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</a:t>
            </a:r>
            <a:r>
              <a:rPr sz="2400" b="1" spc="20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out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applications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multiple</a:t>
            </a:r>
            <a:r>
              <a:rPr sz="2400" b="1" spc="1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browsers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also</a:t>
            </a:r>
            <a:r>
              <a:rPr sz="2400" b="1" spc="2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in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multiple</a:t>
            </a:r>
            <a:r>
              <a:rPr sz="24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operating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systems.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35500" y="798017"/>
            <a:ext cx="28943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55" dirty="0"/>
              <a:t> </a:t>
            </a:r>
            <a:r>
              <a:rPr spc="-25" dirty="0"/>
              <a:t>RC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568" y="1453134"/>
            <a:ext cx="8768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1350" algn="l"/>
                <a:tab pos="2680970" algn="l"/>
                <a:tab pos="3592829" algn="l"/>
                <a:tab pos="5339080" algn="l"/>
                <a:tab pos="773557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RC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has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complex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architecture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hence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894823" y="1453134"/>
            <a:ext cx="1453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6965" algn="l"/>
              </a:tabLst>
            </a:pP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slow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	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568" y="1818894"/>
            <a:ext cx="105086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automation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</a:t>
            </a:r>
            <a:r>
              <a:rPr sz="2400" b="1" spc="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execution.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RC,</a:t>
            </a:r>
            <a:r>
              <a:rPr sz="2400" b="1" spc="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6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need</a:t>
            </a:r>
            <a:r>
              <a:rPr sz="2400" b="1" spc="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launch</a:t>
            </a:r>
            <a:r>
              <a:rPr sz="2400" b="1" spc="3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3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separate</a:t>
            </a:r>
            <a:r>
              <a:rPr sz="2400" b="1" spc="3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</a:t>
            </a:r>
            <a:r>
              <a:rPr sz="2400" b="1" spc="4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called</a:t>
            </a:r>
            <a:r>
              <a:rPr sz="2400" b="1" spc="3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30" dirty="0">
                <a:solidFill>
                  <a:srgbClr val="C55A11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RC</a:t>
            </a:r>
            <a:r>
              <a:rPr sz="2400" b="1" spc="30" dirty="0">
                <a:solidFill>
                  <a:srgbClr val="C55A11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Server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before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can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start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testing.</a:t>
            </a:r>
            <a:r>
              <a:rPr sz="2400" b="1" spc="4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5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RC</a:t>
            </a:r>
            <a:r>
              <a:rPr sz="2400" b="1" spc="5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server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acts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as</a:t>
            </a:r>
            <a:r>
              <a:rPr sz="2400" b="1" spc="48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a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middleman</a:t>
            </a:r>
            <a:r>
              <a:rPr sz="2400" b="1" spc="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between</a:t>
            </a:r>
            <a:r>
              <a:rPr sz="2400" b="1" spc="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1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commands</a:t>
            </a:r>
            <a:r>
              <a:rPr sz="2400" b="1" spc="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your</a:t>
            </a:r>
            <a:r>
              <a:rPr sz="2400" b="1" spc="1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browser.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2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RC</a:t>
            </a:r>
            <a:r>
              <a:rPr sz="2400" b="1" spc="2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has</a:t>
            </a:r>
            <a:r>
              <a:rPr sz="2400" b="1" spc="2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been</a:t>
            </a:r>
            <a:r>
              <a:rPr sz="2400" b="1" spc="229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officially</a:t>
            </a:r>
            <a:r>
              <a:rPr sz="2400" b="1" spc="2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deprecated,</a:t>
            </a:r>
            <a:r>
              <a:rPr sz="2400" b="1" spc="2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</a:t>
            </a:r>
            <a:r>
              <a:rPr sz="2400" b="1" spc="2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should</a:t>
            </a:r>
            <a:r>
              <a:rPr sz="2400" b="1" spc="2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use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WebDriver</a:t>
            </a:r>
            <a:r>
              <a:rPr sz="24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or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767070"/>
                </a:solidFill>
                <a:latin typeface="Verdana"/>
                <a:cs typeface="Verdana"/>
              </a:rPr>
              <a:t>IDE</a:t>
            </a:r>
            <a:r>
              <a:rPr sz="24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your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web</a:t>
            </a:r>
            <a:r>
              <a:rPr sz="24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applications.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206" rIns="0" bIns="0" rtlCol="0">
            <a:spAutoFit/>
          </a:bodyPr>
          <a:lstStyle/>
          <a:p>
            <a:pPr marL="38862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15" dirty="0"/>
              <a:t> </a:t>
            </a:r>
            <a:r>
              <a:rPr spc="-25" dirty="0"/>
              <a:t>RC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2" y="757427"/>
            <a:ext cx="7277100" cy="5715000"/>
            <a:chOff x="2459732" y="757427"/>
            <a:chExt cx="7277100" cy="571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9732" y="760466"/>
              <a:ext cx="7277105" cy="57119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2888" y="795527"/>
              <a:ext cx="7126223" cy="55610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13838" y="776477"/>
              <a:ext cx="7164705" cy="5599430"/>
            </a:xfrm>
            <a:custGeom>
              <a:avLst/>
              <a:gdLst/>
              <a:ahLst/>
              <a:cxnLst/>
              <a:rect l="l" t="t" r="r" b="b"/>
              <a:pathLst>
                <a:path w="7164705" h="5599430">
                  <a:moveTo>
                    <a:pt x="0" y="5599176"/>
                  </a:moveTo>
                  <a:lnTo>
                    <a:pt x="7164323" y="5599176"/>
                  </a:lnTo>
                  <a:lnTo>
                    <a:pt x="7164323" y="0"/>
                  </a:lnTo>
                  <a:lnTo>
                    <a:pt x="0" y="0"/>
                  </a:lnTo>
                  <a:lnTo>
                    <a:pt x="0" y="5599176"/>
                  </a:lnTo>
                  <a:close/>
                </a:path>
              </a:pathLst>
            </a:custGeom>
            <a:ln w="38099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862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55" dirty="0"/>
              <a:t> </a:t>
            </a:r>
            <a:r>
              <a:rPr spc="-25" dirty="0"/>
              <a:t>RC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1291" y="274320"/>
            <a:ext cx="6492240" cy="63093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5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Selenium</a:t>
            </a:r>
            <a:r>
              <a:rPr spc="-15" dirty="0"/>
              <a:t> </a:t>
            </a:r>
            <a:r>
              <a:rPr spc="-25" dirty="0"/>
              <a:t>RC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960" rIns="0" bIns="0" rtlCol="0">
            <a:spAutoFit/>
          </a:bodyPr>
          <a:lstStyle/>
          <a:p>
            <a:pPr marL="3228975">
              <a:lnSpc>
                <a:spcPct val="100000"/>
              </a:lnSpc>
              <a:spcBef>
                <a:spcPts val="100"/>
              </a:spcBef>
            </a:pPr>
            <a:r>
              <a:rPr dirty="0"/>
              <a:t>Selenium</a:t>
            </a:r>
            <a:r>
              <a:rPr spc="-35" dirty="0"/>
              <a:t> </a:t>
            </a:r>
            <a:r>
              <a:rPr spc="-10" dirty="0"/>
              <a:t>WebDriver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8161" y="2564129"/>
            <a:ext cx="96164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49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WebDriver</a:t>
            </a:r>
            <a:r>
              <a:rPr sz="2400" b="1" spc="50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509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web</a:t>
            </a:r>
            <a:r>
              <a:rPr sz="2400" b="1" spc="484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application</a:t>
            </a:r>
            <a:r>
              <a:rPr sz="2400" b="1" spc="50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49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tool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introduced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by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eliminating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the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drawbacks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of</a:t>
            </a:r>
            <a:r>
              <a:rPr sz="2400" b="1" spc="-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IDE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and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RC.</a:t>
            </a:r>
            <a:r>
              <a:rPr sz="2400" b="1" spc="21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229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simple</a:t>
            </a:r>
            <a:r>
              <a:rPr sz="2400" b="1" spc="229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architecture</a:t>
            </a:r>
            <a:r>
              <a:rPr sz="2400" b="1" spc="22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229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also</a:t>
            </a:r>
            <a:r>
              <a:rPr sz="2400" b="1" spc="22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easy</a:t>
            </a:r>
            <a:r>
              <a:rPr sz="2400" b="1" spc="21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25" dirty="0">
                <a:solidFill>
                  <a:srgbClr val="2E5496"/>
                </a:solidFill>
                <a:latin typeface="Verdana"/>
                <a:cs typeface="Verdana"/>
              </a:rPr>
              <a:t>to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understand</a:t>
            </a:r>
            <a:r>
              <a:rPr sz="2400" b="1" spc="-3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use.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7264" y="872108"/>
            <a:ext cx="10237470" cy="4298950"/>
            <a:chOff x="977264" y="872108"/>
            <a:chExt cx="10237470" cy="4298950"/>
          </a:xfrm>
        </p:grpSpPr>
        <p:sp>
          <p:nvSpPr>
            <p:cNvPr id="5" name="object 5"/>
            <p:cNvSpPr/>
            <p:nvPr/>
          </p:nvSpPr>
          <p:spPr>
            <a:xfrm>
              <a:off x="1005839" y="1467611"/>
              <a:ext cx="10180320" cy="3674745"/>
            </a:xfrm>
            <a:custGeom>
              <a:avLst/>
              <a:gdLst/>
              <a:ahLst/>
              <a:cxnLst/>
              <a:rect l="l" t="t" r="r" b="b"/>
              <a:pathLst>
                <a:path w="10180320" h="3674745">
                  <a:moveTo>
                    <a:pt x="0" y="105410"/>
                  </a:moveTo>
                  <a:lnTo>
                    <a:pt x="8281" y="64347"/>
                  </a:lnTo>
                  <a:lnTo>
                    <a:pt x="30864" y="30845"/>
                  </a:lnTo>
                  <a:lnTo>
                    <a:pt x="64358" y="8272"/>
                  </a:lnTo>
                  <a:lnTo>
                    <a:pt x="105371" y="0"/>
                  </a:lnTo>
                  <a:lnTo>
                    <a:pt x="10074910" y="0"/>
                  </a:lnTo>
                  <a:lnTo>
                    <a:pt x="10115972" y="8272"/>
                  </a:lnTo>
                  <a:lnTo>
                    <a:pt x="10149474" y="30845"/>
                  </a:lnTo>
                  <a:lnTo>
                    <a:pt x="10172047" y="64347"/>
                  </a:lnTo>
                  <a:lnTo>
                    <a:pt x="10180319" y="105410"/>
                  </a:lnTo>
                  <a:lnTo>
                    <a:pt x="10180319" y="3568954"/>
                  </a:lnTo>
                  <a:lnTo>
                    <a:pt x="10172047" y="3610016"/>
                  </a:lnTo>
                  <a:lnTo>
                    <a:pt x="10149474" y="3643518"/>
                  </a:lnTo>
                  <a:lnTo>
                    <a:pt x="10115972" y="3666091"/>
                  </a:lnTo>
                  <a:lnTo>
                    <a:pt x="10074910" y="3674364"/>
                  </a:lnTo>
                  <a:lnTo>
                    <a:pt x="105371" y="3674364"/>
                  </a:lnTo>
                  <a:lnTo>
                    <a:pt x="64358" y="3666091"/>
                  </a:lnTo>
                  <a:lnTo>
                    <a:pt x="30864" y="3643518"/>
                  </a:lnTo>
                  <a:lnTo>
                    <a:pt x="8281" y="3610016"/>
                  </a:lnTo>
                  <a:lnTo>
                    <a:pt x="0" y="3568954"/>
                  </a:lnTo>
                  <a:lnTo>
                    <a:pt x="0" y="105410"/>
                  </a:lnTo>
                  <a:close/>
                </a:path>
              </a:pathLst>
            </a:custGeom>
            <a:ln w="571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38216" y="900683"/>
              <a:ext cx="1115695" cy="1088390"/>
            </a:xfrm>
            <a:custGeom>
              <a:avLst/>
              <a:gdLst/>
              <a:ahLst/>
              <a:cxnLst/>
              <a:rect l="l" t="t" r="r" b="b"/>
              <a:pathLst>
                <a:path w="1115695" h="1088389">
                  <a:moveTo>
                    <a:pt x="557784" y="0"/>
                  </a:moveTo>
                  <a:lnTo>
                    <a:pt x="509649" y="1997"/>
                  </a:lnTo>
                  <a:lnTo>
                    <a:pt x="462653" y="7879"/>
                  </a:lnTo>
                  <a:lnTo>
                    <a:pt x="416963" y="17483"/>
                  </a:lnTo>
                  <a:lnTo>
                    <a:pt x="372745" y="30646"/>
                  </a:lnTo>
                  <a:lnTo>
                    <a:pt x="330168" y="47204"/>
                  </a:lnTo>
                  <a:lnTo>
                    <a:pt x="289398" y="66994"/>
                  </a:lnTo>
                  <a:lnTo>
                    <a:pt x="250603" y="89852"/>
                  </a:lnTo>
                  <a:lnTo>
                    <a:pt x="213950" y="115616"/>
                  </a:lnTo>
                  <a:lnTo>
                    <a:pt x="179607" y="144122"/>
                  </a:lnTo>
                  <a:lnTo>
                    <a:pt x="147740" y="175207"/>
                  </a:lnTo>
                  <a:lnTo>
                    <a:pt x="118517" y="208708"/>
                  </a:lnTo>
                  <a:lnTo>
                    <a:pt x="92106" y="244460"/>
                  </a:lnTo>
                  <a:lnTo>
                    <a:pt x="68673" y="282301"/>
                  </a:lnTo>
                  <a:lnTo>
                    <a:pt x="48387" y="322068"/>
                  </a:lnTo>
                  <a:lnTo>
                    <a:pt x="31414" y="363596"/>
                  </a:lnTo>
                  <a:lnTo>
                    <a:pt x="17921" y="406724"/>
                  </a:lnTo>
                  <a:lnTo>
                    <a:pt x="8076" y="451287"/>
                  </a:lnTo>
                  <a:lnTo>
                    <a:pt x="2047" y="497123"/>
                  </a:lnTo>
                  <a:lnTo>
                    <a:pt x="0" y="544067"/>
                  </a:lnTo>
                  <a:lnTo>
                    <a:pt x="2047" y="591012"/>
                  </a:lnTo>
                  <a:lnTo>
                    <a:pt x="8076" y="636848"/>
                  </a:lnTo>
                  <a:lnTo>
                    <a:pt x="17921" y="681411"/>
                  </a:lnTo>
                  <a:lnTo>
                    <a:pt x="31414" y="724539"/>
                  </a:lnTo>
                  <a:lnTo>
                    <a:pt x="48387" y="766067"/>
                  </a:lnTo>
                  <a:lnTo>
                    <a:pt x="68673" y="805834"/>
                  </a:lnTo>
                  <a:lnTo>
                    <a:pt x="92106" y="843675"/>
                  </a:lnTo>
                  <a:lnTo>
                    <a:pt x="118517" y="879427"/>
                  </a:lnTo>
                  <a:lnTo>
                    <a:pt x="147740" y="912928"/>
                  </a:lnTo>
                  <a:lnTo>
                    <a:pt x="179607" y="944013"/>
                  </a:lnTo>
                  <a:lnTo>
                    <a:pt x="213950" y="972519"/>
                  </a:lnTo>
                  <a:lnTo>
                    <a:pt x="250603" y="998283"/>
                  </a:lnTo>
                  <a:lnTo>
                    <a:pt x="289398" y="1021141"/>
                  </a:lnTo>
                  <a:lnTo>
                    <a:pt x="330168" y="1040931"/>
                  </a:lnTo>
                  <a:lnTo>
                    <a:pt x="372745" y="1057489"/>
                  </a:lnTo>
                  <a:lnTo>
                    <a:pt x="416963" y="1070652"/>
                  </a:lnTo>
                  <a:lnTo>
                    <a:pt x="462653" y="1080256"/>
                  </a:lnTo>
                  <a:lnTo>
                    <a:pt x="509649" y="1086138"/>
                  </a:lnTo>
                  <a:lnTo>
                    <a:pt x="557784" y="1088136"/>
                  </a:lnTo>
                  <a:lnTo>
                    <a:pt x="605918" y="1086138"/>
                  </a:lnTo>
                  <a:lnTo>
                    <a:pt x="652914" y="1080256"/>
                  </a:lnTo>
                  <a:lnTo>
                    <a:pt x="698604" y="1070652"/>
                  </a:lnTo>
                  <a:lnTo>
                    <a:pt x="742822" y="1057489"/>
                  </a:lnTo>
                  <a:lnTo>
                    <a:pt x="785399" y="1040931"/>
                  </a:lnTo>
                  <a:lnTo>
                    <a:pt x="826169" y="1021141"/>
                  </a:lnTo>
                  <a:lnTo>
                    <a:pt x="864964" y="998283"/>
                  </a:lnTo>
                  <a:lnTo>
                    <a:pt x="901617" y="972519"/>
                  </a:lnTo>
                  <a:lnTo>
                    <a:pt x="935960" y="944013"/>
                  </a:lnTo>
                  <a:lnTo>
                    <a:pt x="967827" y="912928"/>
                  </a:lnTo>
                  <a:lnTo>
                    <a:pt x="997050" y="879427"/>
                  </a:lnTo>
                  <a:lnTo>
                    <a:pt x="1023461" y="843675"/>
                  </a:lnTo>
                  <a:lnTo>
                    <a:pt x="1046894" y="805834"/>
                  </a:lnTo>
                  <a:lnTo>
                    <a:pt x="1067180" y="766067"/>
                  </a:lnTo>
                  <a:lnTo>
                    <a:pt x="1084153" y="724539"/>
                  </a:lnTo>
                  <a:lnTo>
                    <a:pt x="1097646" y="681411"/>
                  </a:lnTo>
                  <a:lnTo>
                    <a:pt x="1107491" y="636848"/>
                  </a:lnTo>
                  <a:lnTo>
                    <a:pt x="1113520" y="591012"/>
                  </a:lnTo>
                  <a:lnTo>
                    <a:pt x="1115567" y="544067"/>
                  </a:lnTo>
                  <a:lnTo>
                    <a:pt x="1113520" y="497123"/>
                  </a:lnTo>
                  <a:lnTo>
                    <a:pt x="1107491" y="451287"/>
                  </a:lnTo>
                  <a:lnTo>
                    <a:pt x="1097646" y="406724"/>
                  </a:lnTo>
                  <a:lnTo>
                    <a:pt x="1084153" y="363596"/>
                  </a:lnTo>
                  <a:lnTo>
                    <a:pt x="1067180" y="322068"/>
                  </a:lnTo>
                  <a:lnTo>
                    <a:pt x="1046894" y="282301"/>
                  </a:lnTo>
                  <a:lnTo>
                    <a:pt x="1023461" y="244460"/>
                  </a:lnTo>
                  <a:lnTo>
                    <a:pt x="997050" y="208708"/>
                  </a:lnTo>
                  <a:lnTo>
                    <a:pt x="967827" y="175207"/>
                  </a:lnTo>
                  <a:lnTo>
                    <a:pt x="935960" y="144122"/>
                  </a:lnTo>
                  <a:lnTo>
                    <a:pt x="901617" y="115616"/>
                  </a:lnTo>
                  <a:lnTo>
                    <a:pt x="864964" y="89852"/>
                  </a:lnTo>
                  <a:lnTo>
                    <a:pt x="826169" y="66994"/>
                  </a:lnTo>
                  <a:lnTo>
                    <a:pt x="785399" y="47204"/>
                  </a:lnTo>
                  <a:lnTo>
                    <a:pt x="742822" y="30646"/>
                  </a:lnTo>
                  <a:lnTo>
                    <a:pt x="698604" y="17483"/>
                  </a:lnTo>
                  <a:lnTo>
                    <a:pt x="652914" y="7879"/>
                  </a:lnTo>
                  <a:lnTo>
                    <a:pt x="605918" y="1997"/>
                  </a:lnTo>
                  <a:lnTo>
                    <a:pt x="5577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38216" y="900683"/>
              <a:ext cx="1115695" cy="1088390"/>
            </a:xfrm>
            <a:custGeom>
              <a:avLst/>
              <a:gdLst/>
              <a:ahLst/>
              <a:cxnLst/>
              <a:rect l="l" t="t" r="r" b="b"/>
              <a:pathLst>
                <a:path w="1115695" h="1088389">
                  <a:moveTo>
                    <a:pt x="0" y="544067"/>
                  </a:moveTo>
                  <a:lnTo>
                    <a:pt x="2047" y="497123"/>
                  </a:lnTo>
                  <a:lnTo>
                    <a:pt x="8076" y="451287"/>
                  </a:lnTo>
                  <a:lnTo>
                    <a:pt x="17921" y="406724"/>
                  </a:lnTo>
                  <a:lnTo>
                    <a:pt x="31414" y="363596"/>
                  </a:lnTo>
                  <a:lnTo>
                    <a:pt x="48387" y="322068"/>
                  </a:lnTo>
                  <a:lnTo>
                    <a:pt x="68673" y="282301"/>
                  </a:lnTo>
                  <a:lnTo>
                    <a:pt x="92106" y="244460"/>
                  </a:lnTo>
                  <a:lnTo>
                    <a:pt x="118517" y="208708"/>
                  </a:lnTo>
                  <a:lnTo>
                    <a:pt x="147740" y="175207"/>
                  </a:lnTo>
                  <a:lnTo>
                    <a:pt x="179607" y="144122"/>
                  </a:lnTo>
                  <a:lnTo>
                    <a:pt x="213950" y="115616"/>
                  </a:lnTo>
                  <a:lnTo>
                    <a:pt x="250603" y="89852"/>
                  </a:lnTo>
                  <a:lnTo>
                    <a:pt x="289398" y="66994"/>
                  </a:lnTo>
                  <a:lnTo>
                    <a:pt x="330168" y="47204"/>
                  </a:lnTo>
                  <a:lnTo>
                    <a:pt x="372745" y="30646"/>
                  </a:lnTo>
                  <a:lnTo>
                    <a:pt x="416963" y="17483"/>
                  </a:lnTo>
                  <a:lnTo>
                    <a:pt x="462653" y="7879"/>
                  </a:lnTo>
                  <a:lnTo>
                    <a:pt x="509649" y="1997"/>
                  </a:lnTo>
                  <a:lnTo>
                    <a:pt x="557784" y="0"/>
                  </a:lnTo>
                  <a:lnTo>
                    <a:pt x="605918" y="1997"/>
                  </a:lnTo>
                  <a:lnTo>
                    <a:pt x="652914" y="7879"/>
                  </a:lnTo>
                  <a:lnTo>
                    <a:pt x="698604" y="17483"/>
                  </a:lnTo>
                  <a:lnTo>
                    <a:pt x="742822" y="30646"/>
                  </a:lnTo>
                  <a:lnTo>
                    <a:pt x="785399" y="47204"/>
                  </a:lnTo>
                  <a:lnTo>
                    <a:pt x="826169" y="66994"/>
                  </a:lnTo>
                  <a:lnTo>
                    <a:pt x="864964" y="89852"/>
                  </a:lnTo>
                  <a:lnTo>
                    <a:pt x="901617" y="115616"/>
                  </a:lnTo>
                  <a:lnTo>
                    <a:pt x="935960" y="144122"/>
                  </a:lnTo>
                  <a:lnTo>
                    <a:pt x="967827" y="175207"/>
                  </a:lnTo>
                  <a:lnTo>
                    <a:pt x="997050" y="208708"/>
                  </a:lnTo>
                  <a:lnTo>
                    <a:pt x="1023461" y="244460"/>
                  </a:lnTo>
                  <a:lnTo>
                    <a:pt x="1046894" y="282301"/>
                  </a:lnTo>
                  <a:lnTo>
                    <a:pt x="1067180" y="322068"/>
                  </a:lnTo>
                  <a:lnTo>
                    <a:pt x="1084153" y="363596"/>
                  </a:lnTo>
                  <a:lnTo>
                    <a:pt x="1097646" y="406724"/>
                  </a:lnTo>
                  <a:lnTo>
                    <a:pt x="1107491" y="451287"/>
                  </a:lnTo>
                  <a:lnTo>
                    <a:pt x="1113520" y="497123"/>
                  </a:lnTo>
                  <a:lnTo>
                    <a:pt x="1115567" y="544067"/>
                  </a:lnTo>
                  <a:lnTo>
                    <a:pt x="1113520" y="591012"/>
                  </a:lnTo>
                  <a:lnTo>
                    <a:pt x="1107491" y="636848"/>
                  </a:lnTo>
                  <a:lnTo>
                    <a:pt x="1097646" y="681411"/>
                  </a:lnTo>
                  <a:lnTo>
                    <a:pt x="1084153" y="724539"/>
                  </a:lnTo>
                  <a:lnTo>
                    <a:pt x="1067180" y="766067"/>
                  </a:lnTo>
                  <a:lnTo>
                    <a:pt x="1046894" y="805834"/>
                  </a:lnTo>
                  <a:lnTo>
                    <a:pt x="1023461" y="843675"/>
                  </a:lnTo>
                  <a:lnTo>
                    <a:pt x="997050" y="879427"/>
                  </a:lnTo>
                  <a:lnTo>
                    <a:pt x="967827" y="912928"/>
                  </a:lnTo>
                  <a:lnTo>
                    <a:pt x="935960" y="944013"/>
                  </a:lnTo>
                  <a:lnTo>
                    <a:pt x="901617" y="972519"/>
                  </a:lnTo>
                  <a:lnTo>
                    <a:pt x="864964" y="998283"/>
                  </a:lnTo>
                  <a:lnTo>
                    <a:pt x="826169" y="1021141"/>
                  </a:lnTo>
                  <a:lnTo>
                    <a:pt x="785399" y="1040931"/>
                  </a:lnTo>
                  <a:lnTo>
                    <a:pt x="742822" y="1057489"/>
                  </a:lnTo>
                  <a:lnTo>
                    <a:pt x="698604" y="1070652"/>
                  </a:lnTo>
                  <a:lnTo>
                    <a:pt x="652914" y="1080256"/>
                  </a:lnTo>
                  <a:lnTo>
                    <a:pt x="605918" y="1086138"/>
                  </a:lnTo>
                  <a:lnTo>
                    <a:pt x="557784" y="1088136"/>
                  </a:lnTo>
                  <a:lnTo>
                    <a:pt x="509649" y="1086138"/>
                  </a:lnTo>
                  <a:lnTo>
                    <a:pt x="462653" y="1080256"/>
                  </a:lnTo>
                  <a:lnTo>
                    <a:pt x="416963" y="1070652"/>
                  </a:lnTo>
                  <a:lnTo>
                    <a:pt x="372745" y="1057489"/>
                  </a:lnTo>
                  <a:lnTo>
                    <a:pt x="330168" y="1040931"/>
                  </a:lnTo>
                  <a:lnTo>
                    <a:pt x="289398" y="1021141"/>
                  </a:lnTo>
                  <a:lnTo>
                    <a:pt x="250603" y="998283"/>
                  </a:lnTo>
                  <a:lnTo>
                    <a:pt x="213950" y="972519"/>
                  </a:lnTo>
                  <a:lnTo>
                    <a:pt x="179607" y="944013"/>
                  </a:lnTo>
                  <a:lnTo>
                    <a:pt x="147740" y="912928"/>
                  </a:lnTo>
                  <a:lnTo>
                    <a:pt x="118517" y="879427"/>
                  </a:lnTo>
                  <a:lnTo>
                    <a:pt x="92106" y="843675"/>
                  </a:lnTo>
                  <a:lnTo>
                    <a:pt x="68673" y="805834"/>
                  </a:lnTo>
                  <a:lnTo>
                    <a:pt x="48387" y="766067"/>
                  </a:lnTo>
                  <a:lnTo>
                    <a:pt x="31414" y="724539"/>
                  </a:lnTo>
                  <a:lnTo>
                    <a:pt x="17921" y="681411"/>
                  </a:lnTo>
                  <a:lnTo>
                    <a:pt x="8076" y="636848"/>
                  </a:lnTo>
                  <a:lnTo>
                    <a:pt x="2047" y="591012"/>
                  </a:lnTo>
                  <a:lnTo>
                    <a:pt x="0" y="544067"/>
                  </a:lnTo>
                  <a:close/>
                </a:path>
              </a:pathLst>
            </a:custGeom>
            <a:ln w="571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9007" y="1100327"/>
              <a:ext cx="661415" cy="66293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996" rIns="0" bIns="0" rtlCol="0">
            <a:spAutoFit/>
          </a:bodyPr>
          <a:lstStyle/>
          <a:p>
            <a:pPr marL="1470660">
              <a:lnSpc>
                <a:spcPct val="100000"/>
              </a:lnSpc>
              <a:spcBef>
                <a:spcPts val="100"/>
              </a:spcBef>
            </a:pPr>
            <a:r>
              <a:rPr dirty="0"/>
              <a:t>Selenium</a:t>
            </a:r>
            <a:r>
              <a:rPr spc="-10" dirty="0"/>
              <a:t> </a:t>
            </a:r>
            <a:r>
              <a:rPr dirty="0"/>
              <a:t>WebDriver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6577" y="1039349"/>
            <a:ext cx="7416560" cy="5293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7472" y="1743942"/>
            <a:ext cx="10216515" cy="3227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501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spc="21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is</a:t>
            </a:r>
            <a:r>
              <a:rPr sz="2800" b="1" spc="21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</a:t>
            </a:r>
            <a:r>
              <a:rPr sz="2800" b="1" spc="22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well-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designed</a:t>
            </a:r>
            <a:r>
              <a:rPr sz="2800" b="1" spc="21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2E5496"/>
                </a:solidFill>
                <a:latin typeface="Calibri"/>
                <a:cs typeface="Calibri"/>
              </a:rPr>
              <a:t>object-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oriented</a:t>
            </a:r>
            <a:r>
              <a:rPr sz="2800" b="1" spc="21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API</a:t>
            </a:r>
            <a:r>
              <a:rPr sz="2800" b="1" spc="22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developed</a:t>
            </a:r>
            <a:r>
              <a:rPr sz="2800" b="1" spc="22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to</a:t>
            </a:r>
            <a:r>
              <a:rPr sz="2800" b="1" spc="204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automate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web</a:t>
            </a:r>
            <a:r>
              <a:rPr sz="2800" b="1" spc="-8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and</a:t>
            </a:r>
            <a:r>
              <a:rPr sz="2800" b="1" spc="-8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mobile</a:t>
            </a:r>
            <a:r>
              <a:rPr sz="2800" b="1" spc="-8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software</a:t>
            </a:r>
            <a:r>
              <a:rPr sz="2800" b="1" spc="-8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applications</a:t>
            </a:r>
            <a:r>
              <a:rPr sz="2800" b="1" spc="-8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testing</a:t>
            </a:r>
            <a:r>
              <a:rPr sz="2800" b="1" spc="-7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is</a:t>
            </a:r>
            <a:r>
              <a:rPr sz="2800" b="1" spc="-6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faster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than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Selenium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RC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Selenium</a:t>
            </a:r>
            <a:r>
              <a:rPr sz="2800" b="1" spc="-7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2E5496"/>
                </a:solidFill>
                <a:latin typeface="Calibri"/>
                <a:cs typeface="Calibri"/>
              </a:rPr>
              <a:t>WebDriver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directly</a:t>
            </a:r>
            <a:r>
              <a:rPr sz="2800" b="1" spc="-6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talks</a:t>
            </a:r>
            <a:r>
              <a:rPr sz="2800" b="1" spc="-8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to</a:t>
            </a:r>
            <a:r>
              <a:rPr sz="2800" b="1" spc="-9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the</a:t>
            </a:r>
            <a:r>
              <a:rPr sz="2800" b="1" spc="-8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It’s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API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is</a:t>
            </a:r>
            <a:r>
              <a:rPr sz="2800" b="1" spc="-6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more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concise</a:t>
            </a:r>
            <a:r>
              <a:rPr sz="2800" b="1" spc="-7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than</a:t>
            </a:r>
            <a:r>
              <a:rPr sz="2800" b="1" spc="-7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Selenium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RC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0214" y="595960"/>
            <a:ext cx="76796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55" dirty="0"/>
              <a:t> </a:t>
            </a:r>
            <a:r>
              <a:rPr dirty="0"/>
              <a:t>WebDriver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4172" y="1555140"/>
            <a:ext cx="9890125" cy="386651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780"/>
              </a:spcBef>
              <a:buAutoNum type="arabicPeriod" startAt="5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spc="-6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cannot</a:t>
            </a:r>
            <a:r>
              <a:rPr sz="2800" b="1" spc="-8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readily</a:t>
            </a:r>
            <a:r>
              <a:rPr sz="2800" b="1" spc="-4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support</a:t>
            </a:r>
            <a:r>
              <a:rPr sz="2800" b="1" spc="-7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new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2E5496"/>
                </a:solidFill>
                <a:latin typeface="Calibri"/>
                <a:cs typeface="Calibri"/>
              </a:rPr>
              <a:t>browser,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but</a:t>
            </a:r>
            <a:r>
              <a:rPr sz="2800" b="1" spc="-6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RC</a:t>
            </a:r>
            <a:r>
              <a:rPr sz="2800" b="1" spc="-6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can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ts val="5040"/>
              </a:lnSpc>
              <a:spcBef>
                <a:spcPts val="445"/>
              </a:spcBef>
              <a:buAutoNum type="arabicPeriod" startAt="5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doesn’t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have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</a:t>
            </a:r>
            <a:r>
              <a:rPr sz="2800" b="1" spc="-3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built-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in</a:t>
            </a:r>
            <a:r>
              <a:rPr sz="2800" b="1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command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for</a:t>
            </a:r>
            <a:r>
              <a:rPr sz="2800" b="1" spc="-3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automatic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generation</a:t>
            </a:r>
            <a:r>
              <a:rPr sz="2800" b="1" spc="-4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of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test</a:t>
            </a:r>
            <a:r>
              <a:rPr sz="2800" b="1" spc="-9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results</a:t>
            </a:r>
            <a:endParaRPr sz="28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1235"/>
              </a:spcBef>
              <a:buAutoNum type="arabicPeriod" startAt="5"/>
              <a:tabLst>
                <a:tab pos="527685" algn="l"/>
              </a:tabLst>
            </a:pP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doesn’t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support</a:t>
            </a:r>
            <a:r>
              <a:rPr sz="28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window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base</a:t>
            </a:r>
            <a:r>
              <a:rPr sz="2800" b="1" spc="-4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2E5496"/>
                </a:solidFill>
                <a:latin typeface="Calibri"/>
                <a:cs typeface="Calibri"/>
              </a:rPr>
              <a:t>apps</a:t>
            </a:r>
            <a:endParaRPr sz="2800">
              <a:latin typeface="Calibri"/>
              <a:cs typeface="Calibri"/>
            </a:endParaRPr>
          </a:p>
          <a:p>
            <a:pPr marL="527685" marR="5080" indent="-515620">
              <a:lnSpc>
                <a:spcPct val="150000"/>
              </a:lnSpc>
              <a:spcBef>
                <a:spcPts val="5"/>
              </a:spcBef>
              <a:buAutoNum type="arabicPeriod" startAt="5"/>
              <a:tabLst>
                <a:tab pos="527685" algn="l"/>
                <a:tab pos="925830" algn="l"/>
                <a:tab pos="1986280" algn="l"/>
                <a:tab pos="3268345" algn="l"/>
                <a:tab pos="4601845" algn="l"/>
                <a:tab pos="5207000" algn="l"/>
                <a:tab pos="6320790" algn="l"/>
                <a:tab pos="8100059" algn="l"/>
                <a:tab pos="9363075" algn="l"/>
              </a:tabLst>
            </a:pP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It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needs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outside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support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25" dirty="0">
                <a:solidFill>
                  <a:srgbClr val="2E5496"/>
                </a:solidFill>
                <a:latin typeface="Calibri"/>
                <a:cs typeface="Calibri"/>
              </a:rPr>
              <a:t>for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report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generation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activity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	</a:t>
            </a:r>
            <a:r>
              <a:rPr sz="2800" b="1" spc="-40" dirty="0">
                <a:solidFill>
                  <a:srgbClr val="2E5496"/>
                </a:solidFill>
                <a:latin typeface="Calibri"/>
                <a:cs typeface="Calibri"/>
              </a:rPr>
              <a:t>like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dependence</a:t>
            </a:r>
            <a:r>
              <a:rPr sz="2800" b="1" spc="-7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on</a:t>
            </a:r>
            <a:r>
              <a:rPr sz="2800" b="1" spc="-9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2E5496"/>
                </a:solidFill>
                <a:latin typeface="Calibri"/>
                <a:cs typeface="Calibri"/>
              </a:rPr>
              <a:t>TestNG</a:t>
            </a:r>
            <a:r>
              <a:rPr sz="2800" b="1" spc="-6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E5496"/>
                </a:solidFill>
                <a:latin typeface="Calibri"/>
                <a:cs typeface="Calibri"/>
              </a:rPr>
              <a:t>or</a:t>
            </a:r>
            <a:r>
              <a:rPr sz="2800" b="1" spc="-9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2E5496"/>
                </a:solidFill>
                <a:latin typeface="Calibri"/>
                <a:cs typeface="Calibri"/>
              </a:rPr>
              <a:t>Jenkins.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0214" y="595960"/>
            <a:ext cx="76796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55" dirty="0"/>
              <a:t> </a:t>
            </a:r>
            <a:r>
              <a:rPr dirty="0"/>
              <a:t>WebDriver</a:t>
            </a:r>
            <a:r>
              <a:rPr spc="-60" dirty="0"/>
              <a:t> 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398" y="1593291"/>
            <a:ext cx="101949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Selenium</a:t>
            </a:r>
            <a:r>
              <a:rPr sz="2400" b="1" spc="14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Grid</a:t>
            </a:r>
            <a:r>
              <a:rPr sz="2400" b="1" spc="155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to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run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Automation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tests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on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multiple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browsers</a:t>
            </a:r>
            <a:r>
              <a:rPr sz="2400" b="1" spc="14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across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multiple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operating</a:t>
            </a:r>
            <a:r>
              <a:rPr sz="2400" b="1" spc="160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systems,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machines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simultaneously.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supports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Parallel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Testing.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It</a:t>
            </a:r>
            <a:r>
              <a:rPr sz="2400" b="1" spc="-6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is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used</a:t>
            </a:r>
            <a:r>
              <a:rPr sz="2400" b="1" spc="-6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only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for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</a:t>
            </a:r>
            <a:r>
              <a:rPr sz="2400" b="1" spc="-4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Execution.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19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363" rIns="0" bIns="0" rtlCol="0">
            <a:spAutoFit/>
          </a:bodyPr>
          <a:lstStyle/>
          <a:p>
            <a:pPr marL="3712210">
              <a:lnSpc>
                <a:spcPct val="100000"/>
              </a:lnSpc>
              <a:spcBef>
                <a:spcPts val="105"/>
              </a:spcBef>
            </a:pPr>
            <a:r>
              <a:rPr dirty="0"/>
              <a:t>Selenium</a:t>
            </a:r>
            <a:r>
              <a:rPr spc="-15" dirty="0"/>
              <a:t> </a:t>
            </a:r>
            <a:r>
              <a:rPr spc="-20" dirty="0"/>
              <a:t>Grid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584" rIns="0" bIns="0" rtlCol="0">
            <a:spAutoFit/>
          </a:bodyPr>
          <a:lstStyle/>
          <a:p>
            <a:pPr marL="43268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1683" y="1272539"/>
            <a:ext cx="5016500" cy="4759960"/>
            <a:chOff x="1281683" y="1272539"/>
            <a:chExt cx="5016500" cy="4759960"/>
          </a:xfrm>
        </p:grpSpPr>
        <p:sp>
          <p:nvSpPr>
            <p:cNvPr id="4" name="object 4"/>
            <p:cNvSpPr/>
            <p:nvPr/>
          </p:nvSpPr>
          <p:spPr>
            <a:xfrm>
              <a:off x="3657600" y="1700783"/>
              <a:ext cx="2640330" cy="76200"/>
            </a:xfrm>
            <a:custGeom>
              <a:avLst/>
              <a:gdLst/>
              <a:ahLst/>
              <a:cxnLst/>
              <a:rect l="l" t="t" r="r" b="b"/>
              <a:pathLst>
                <a:path w="2640329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2640329" h="76200">
                  <a:moveTo>
                    <a:pt x="2602103" y="0"/>
                  </a:moveTo>
                  <a:lnTo>
                    <a:pt x="2587255" y="2988"/>
                  </a:lnTo>
                  <a:lnTo>
                    <a:pt x="2575147" y="11144"/>
                  </a:lnTo>
                  <a:lnTo>
                    <a:pt x="2566991" y="23252"/>
                  </a:lnTo>
                  <a:lnTo>
                    <a:pt x="2564003" y="38100"/>
                  </a:lnTo>
                  <a:lnTo>
                    <a:pt x="2566991" y="52947"/>
                  </a:lnTo>
                  <a:lnTo>
                    <a:pt x="2575147" y="65055"/>
                  </a:lnTo>
                  <a:lnTo>
                    <a:pt x="2587255" y="73211"/>
                  </a:lnTo>
                  <a:lnTo>
                    <a:pt x="2602103" y="76200"/>
                  </a:lnTo>
                  <a:lnTo>
                    <a:pt x="2616950" y="73211"/>
                  </a:lnTo>
                  <a:lnTo>
                    <a:pt x="2629058" y="65055"/>
                  </a:lnTo>
                  <a:lnTo>
                    <a:pt x="2637214" y="52947"/>
                  </a:lnTo>
                  <a:lnTo>
                    <a:pt x="2638924" y="44450"/>
                  </a:lnTo>
                  <a:lnTo>
                    <a:pt x="2602103" y="44450"/>
                  </a:lnTo>
                  <a:lnTo>
                    <a:pt x="2602103" y="31750"/>
                  </a:lnTo>
                  <a:lnTo>
                    <a:pt x="2638924" y="31750"/>
                  </a:lnTo>
                  <a:lnTo>
                    <a:pt x="2637214" y="23252"/>
                  </a:lnTo>
                  <a:lnTo>
                    <a:pt x="2629058" y="11144"/>
                  </a:lnTo>
                  <a:lnTo>
                    <a:pt x="2616950" y="2988"/>
                  </a:lnTo>
                  <a:lnTo>
                    <a:pt x="2602103" y="0"/>
                  </a:lnTo>
                  <a:close/>
                </a:path>
                <a:path w="2640329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2640329" h="76200">
                  <a:moveTo>
                    <a:pt x="2565281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2565281" y="44450"/>
                  </a:lnTo>
                  <a:lnTo>
                    <a:pt x="2564003" y="38100"/>
                  </a:lnTo>
                  <a:lnTo>
                    <a:pt x="2565281" y="31750"/>
                  </a:lnTo>
                  <a:close/>
                </a:path>
                <a:path w="2640329" h="76200">
                  <a:moveTo>
                    <a:pt x="2638924" y="31750"/>
                  </a:moveTo>
                  <a:lnTo>
                    <a:pt x="2602103" y="31750"/>
                  </a:lnTo>
                  <a:lnTo>
                    <a:pt x="2602103" y="44450"/>
                  </a:lnTo>
                  <a:lnTo>
                    <a:pt x="2638924" y="44450"/>
                  </a:lnTo>
                  <a:lnTo>
                    <a:pt x="2640203" y="38100"/>
                  </a:lnTo>
                  <a:lnTo>
                    <a:pt x="2638924" y="3175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11167" y="5652516"/>
              <a:ext cx="2287270" cy="76200"/>
            </a:xfrm>
            <a:custGeom>
              <a:avLst/>
              <a:gdLst/>
              <a:ahLst/>
              <a:cxnLst/>
              <a:rect l="l" t="t" r="r" b="b"/>
              <a:pathLst>
                <a:path w="2287270" h="76200">
                  <a:moveTo>
                    <a:pt x="38100" y="0"/>
                  </a:moveTo>
                  <a:lnTo>
                    <a:pt x="23252" y="2993"/>
                  </a:lnTo>
                  <a:lnTo>
                    <a:pt x="11144" y="11158"/>
                  </a:lnTo>
                  <a:lnTo>
                    <a:pt x="2988" y="23268"/>
                  </a:lnTo>
                  <a:lnTo>
                    <a:pt x="0" y="38100"/>
                  </a:lnTo>
                  <a:lnTo>
                    <a:pt x="2988" y="52931"/>
                  </a:lnTo>
                  <a:lnTo>
                    <a:pt x="11144" y="65041"/>
                  </a:lnTo>
                  <a:lnTo>
                    <a:pt x="23252" y="73206"/>
                  </a:lnTo>
                  <a:lnTo>
                    <a:pt x="38100" y="76200"/>
                  </a:lnTo>
                  <a:lnTo>
                    <a:pt x="52947" y="73206"/>
                  </a:lnTo>
                  <a:lnTo>
                    <a:pt x="65055" y="65041"/>
                  </a:lnTo>
                  <a:lnTo>
                    <a:pt x="73211" y="52931"/>
                  </a:lnTo>
                  <a:lnTo>
                    <a:pt x="74920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0" y="31750"/>
                  </a:lnTo>
                  <a:lnTo>
                    <a:pt x="73211" y="23268"/>
                  </a:lnTo>
                  <a:lnTo>
                    <a:pt x="65055" y="11158"/>
                  </a:lnTo>
                  <a:lnTo>
                    <a:pt x="52947" y="2993"/>
                  </a:lnTo>
                  <a:lnTo>
                    <a:pt x="38100" y="0"/>
                  </a:lnTo>
                  <a:close/>
                </a:path>
                <a:path w="2287270" h="76200">
                  <a:moveTo>
                    <a:pt x="2248662" y="0"/>
                  </a:moveTo>
                  <a:lnTo>
                    <a:pt x="2233814" y="2993"/>
                  </a:lnTo>
                  <a:lnTo>
                    <a:pt x="2221706" y="11158"/>
                  </a:lnTo>
                  <a:lnTo>
                    <a:pt x="2213550" y="23268"/>
                  </a:lnTo>
                  <a:lnTo>
                    <a:pt x="2210562" y="38100"/>
                  </a:lnTo>
                  <a:lnTo>
                    <a:pt x="2213550" y="52931"/>
                  </a:lnTo>
                  <a:lnTo>
                    <a:pt x="2221706" y="65041"/>
                  </a:lnTo>
                  <a:lnTo>
                    <a:pt x="2233814" y="73206"/>
                  </a:lnTo>
                  <a:lnTo>
                    <a:pt x="2248662" y="76200"/>
                  </a:lnTo>
                  <a:lnTo>
                    <a:pt x="2263509" y="73206"/>
                  </a:lnTo>
                  <a:lnTo>
                    <a:pt x="2275617" y="65041"/>
                  </a:lnTo>
                  <a:lnTo>
                    <a:pt x="2283773" y="52931"/>
                  </a:lnTo>
                  <a:lnTo>
                    <a:pt x="2285482" y="44450"/>
                  </a:lnTo>
                  <a:lnTo>
                    <a:pt x="2248662" y="44450"/>
                  </a:lnTo>
                  <a:lnTo>
                    <a:pt x="2248662" y="31750"/>
                  </a:lnTo>
                  <a:lnTo>
                    <a:pt x="2285482" y="31750"/>
                  </a:lnTo>
                  <a:lnTo>
                    <a:pt x="2283773" y="23268"/>
                  </a:lnTo>
                  <a:lnTo>
                    <a:pt x="2275617" y="11158"/>
                  </a:lnTo>
                  <a:lnTo>
                    <a:pt x="2263509" y="2993"/>
                  </a:lnTo>
                  <a:lnTo>
                    <a:pt x="2248662" y="0"/>
                  </a:lnTo>
                  <a:close/>
                </a:path>
                <a:path w="2287270" h="76200">
                  <a:moveTo>
                    <a:pt x="74920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0" y="44450"/>
                  </a:lnTo>
                  <a:lnTo>
                    <a:pt x="76200" y="38100"/>
                  </a:lnTo>
                  <a:lnTo>
                    <a:pt x="74920" y="31750"/>
                  </a:lnTo>
                  <a:close/>
                </a:path>
                <a:path w="2287270" h="76200">
                  <a:moveTo>
                    <a:pt x="2211841" y="31750"/>
                  </a:moveTo>
                  <a:lnTo>
                    <a:pt x="74920" y="31750"/>
                  </a:lnTo>
                  <a:lnTo>
                    <a:pt x="76200" y="38100"/>
                  </a:lnTo>
                  <a:lnTo>
                    <a:pt x="74920" y="44450"/>
                  </a:lnTo>
                  <a:lnTo>
                    <a:pt x="2211841" y="44450"/>
                  </a:lnTo>
                  <a:lnTo>
                    <a:pt x="2210562" y="38100"/>
                  </a:lnTo>
                  <a:lnTo>
                    <a:pt x="2211841" y="31750"/>
                  </a:lnTo>
                  <a:close/>
                </a:path>
                <a:path w="2287270" h="76200">
                  <a:moveTo>
                    <a:pt x="2285482" y="31750"/>
                  </a:moveTo>
                  <a:lnTo>
                    <a:pt x="2248662" y="31750"/>
                  </a:lnTo>
                  <a:lnTo>
                    <a:pt x="2248662" y="44450"/>
                  </a:lnTo>
                  <a:lnTo>
                    <a:pt x="2285482" y="44450"/>
                  </a:lnTo>
                  <a:lnTo>
                    <a:pt x="2286762" y="38100"/>
                  </a:lnTo>
                  <a:lnTo>
                    <a:pt x="2285482" y="3175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2643" y="4236719"/>
              <a:ext cx="1144270" cy="76200"/>
            </a:xfrm>
            <a:custGeom>
              <a:avLst/>
              <a:gdLst/>
              <a:ahLst/>
              <a:cxnLst/>
              <a:rect l="l" t="t" r="r" b="b"/>
              <a:pathLst>
                <a:path w="114427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49"/>
                  </a:lnTo>
                  <a:lnTo>
                    <a:pt x="38100" y="44449"/>
                  </a:lnTo>
                  <a:lnTo>
                    <a:pt x="38100" y="31749"/>
                  </a:lnTo>
                  <a:lnTo>
                    <a:pt x="74921" y="31749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1144270" h="76200">
                  <a:moveTo>
                    <a:pt x="1105789" y="0"/>
                  </a:moveTo>
                  <a:lnTo>
                    <a:pt x="1090941" y="2988"/>
                  </a:lnTo>
                  <a:lnTo>
                    <a:pt x="1078833" y="11144"/>
                  </a:lnTo>
                  <a:lnTo>
                    <a:pt x="1070677" y="23252"/>
                  </a:lnTo>
                  <a:lnTo>
                    <a:pt x="1067689" y="38099"/>
                  </a:lnTo>
                  <a:lnTo>
                    <a:pt x="1070677" y="52947"/>
                  </a:lnTo>
                  <a:lnTo>
                    <a:pt x="1078833" y="65055"/>
                  </a:lnTo>
                  <a:lnTo>
                    <a:pt x="1090941" y="73211"/>
                  </a:lnTo>
                  <a:lnTo>
                    <a:pt x="1105789" y="76199"/>
                  </a:lnTo>
                  <a:lnTo>
                    <a:pt x="1120636" y="73211"/>
                  </a:lnTo>
                  <a:lnTo>
                    <a:pt x="1132744" y="65055"/>
                  </a:lnTo>
                  <a:lnTo>
                    <a:pt x="1140900" y="52947"/>
                  </a:lnTo>
                  <a:lnTo>
                    <a:pt x="1142610" y="44449"/>
                  </a:lnTo>
                  <a:lnTo>
                    <a:pt x="1105789" y="44449"/>
                  </a:lnTo>
                  <a:lnTo>
                    <a:pt x="1105789" y="31749"/>
                  </a:lnTo>
                  <a:lnTo>
                    <a:pt x="1142610" y="31749"/>
                  </a:lnTo>
                  <a:lnTo>
                    <a:pt x="1140900" y="23252"/>
                  </a:lnTo>
                  <a:lnTo>
                    <a:pt x="1132744" y="11144"/>
                  </a:lnTo>
                  <a:lnTo>
                    <a:pt x="1120636" y="2988"/>
                  </a:lnTo>
                  <a:lnTo>
                    <a:pt x="1105789" y="0"/>
                  </a:lnTo>
                  <a:close/>
                </a:path>
                <a:path w="1144270" h="76200">
                  <a:moveTo>
                    <a:pt x="74921" y="31749"/>
                  </a:moveTo>
                  <a:lnTo>
                    <a:pt x="38100" y="31749"/>
                  </a:lnTo>
                  <a:lnTo>
                    <a:pt x="38100" y="44449"/>
                  </a:lnTo>
                  <a:lnTo>
                    <a:pt x="74921" y="44449"/>
                  </a:lnTo>
                  <a:lnTo>
                    <a:pt x="76200" y="38099"/>
                  </a:lnTo>
                  <a:lnTo>
                    <a:pt x="74921" y="31749"/>
                  </a:lnTo>
                  <a:close/>
                </a:path>
                <a:path w="1144270" h="76200">
                  <a:moveTo>
                    <a:pt x="1068967" y="31749"/>
                  </a:moveTo>
                  <a:lnTo>
                    <a:pt x="74921" y="31749"/>
                  </a:lnTo>
                  <a:lnTo>
                    <a:pt x="76200" y="38099"/>
                  </a:lnTo>
                  <a:lnTo>
                    <a:pt x="74921" y="44449"/>
                  </a:lnTo>
                  <a:lnTo>
                    <a:pt x="1068967" y="44449"/>
                  </a:lnTo>
                  <a:lnTo>
                    <a:pt x="1067689" y="38099"/>
                  </a:lnTo>
                  <a:lnTo>
                    <a:pt x="1068967" y="31749"/>
                  </a:lnTo>
                  <a:close/>
                </a:path>
                <a:path w="1144270" h="76200">
                  <a:moveTo>
                    <a:pt x="1142610" y="31749"/>
                  </a:moveTo>
                  <a:lnTo>
                    <a:pt x="1105789" y="31749"/>
                  </a:lnTo>
                  <a:lnTo>
                    <a:pt x="1105789" y="44449"/>
                  </a:lnTo>
                  <a:lnTo>
                    <a:pt x="1142610" y="44449"/>
                  </a:lnTo>
                  <a:lnTo>
                    <a:pt x="1143889" y="38099"/>
                  </a:lnTo>
                  <a:lnTo>
                    <a:pt x="1142610" y="31749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10555" y="2820923"/>
              <a:ext cx="1087120" cy="76200"/>
            </a:xfrm>
            <a:custGeom>
              <a:avLst/>
              <a:gdLst/>
              <a:ahLst/>
              <a:cxnLst/>
              <a:rect l="l" t="t" r="r" b="b"/>
              <a:pathLst>
                <a:path w="1087120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1087120" h="76200">
                  <a:moveTo>
                    <a:pt x="1049020" y="0"/>
                  </a:moveTo>
                  <a:lnTo>
                    <a:pt x="1034226" y="2988"/>
                  </a:lnTo>
                  <a:lnTo>
                    <a:pt x="1022111" y="11144"/>
                  </a:lnTo>
                  <a:lnTo>
                    <a:pt x="1013926" y="23252"/>
                  </a:lnTo>
                  <a:lnTo>
                    <a:pt x="1010920" y="38100"/>
                  </a:lnTo>
                  <a:lnTo>
                    <a:pt x="1013926" y="52947"/>
                  </a:lnTo>
                  <a:lnTo>
                    <a:pt x="1022111" y="65055"/>
                  </a:lnTo>
                  <a:lnTo>
                    <a:pt x="1034226" y="73211"/>
                  </a:lnTo>
                  <a:lnTo>
                    <a:pt x="1049020" y="76200"/>
                  </a:lnTo>
                  <a:lnTo>
                    <a:pt x="1063867" y="73211"/>
                  </a:lnTo>
                  <a:lnTo>
                    <a:pt x="1075975" y="65055"/>
                  </a:lnTo>
                  <a:lnTo>
                    <a:pt x="1084131" y="52947"/>
                  </a:lnTo>
                  <a:lnTo>
                    <a:pt x="1085841" y="44450"/>
                  </a:lnTo>
                  <a:lnTo>
                    <a:pt x="1049020" y="44450"/>
                  </a:lnTo>
                  <a:lnTo>
                    <a:pt x="1049020" y="31750"/>
                  </a:lnTo>
                  <a:lnTo>
                    <a:pt x="1085841" y="31750"/>
                  </a:lnTo>
                  <a:lnTo>
                    <a:pt x="1084131" y="23252"/>
                  </a:lnTo>
                  <a:lnTo>
                    <a:pt x="1075975" y="11144"/>
                  </a:lnTo>
                  <a:lnTo>
                    <a:pt x="1063867" y="2988"/>
                  </a:lnTo>
                  <a:lnTo>
                    <a:pt x="1049020" y="0"/>
                  </a:lnTo>
                  <a:close/>
                </a:path>
                <a:path w="1087120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1087120" h="76200">
                  <a:moveTo>
                    <a:pt x="1012205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1012205" y="44450"/>
                  </a:lnTo>
                  <a:lnTo>
                    <a:pt x="1010920" y="38100"/>
                  </a:lnTo>
                  <a:lnTo>
                    <a:pt x="1012205" y="31750"/>
                  </a:lnTo>
                  <a:close/>
                </a:path>
                <a:path w="1087120" h="76200">
                  <a:moveTo>
                    <a:pt x="1085841" y="31750"/>
                  </a:moveTo>
                  <a:lnTo>
                    <a:pt x="1049020" y="31750"/>
                  </a:lnTo>
                  <a:lnTo>
                    <a:pt x="1049020" y="44450"/>
                  </a:lnTo>
                  <a:lnTo>
                    <a:pt x="1085841" y="44450"/>
                  </a:lnTo>
                  <a:lnTo>
                    <a:pt x="1087120" y="38100"/>
                  </a:lnTo>
                  <a:lnTo>
                    <a:pt x="1085841" y="31750"/>
                  </a:lnTo>
                  <a:close/>
                </a:path>
              </a:pathLst>
            </a:custGeom>
            <a:solidFill>
              <a:srgbClr val="46B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81683" y="1952243"/>
              <a:ext cx="3845560" cy="3685540"/>
            </a:xfrm>
            <a:custGeom>
              <a:avLst/>
              <a:gdLst/>
              <a:ahLst/>
              <a:cxnLst/>
              <a:rect l="l" t="t" r="r" b="b"/>
              <a:pathLst>
                <a:path w="3845560" h="3685540">
                  <a:moveTo>
                    <a:pt x="1922526" y="0"/>
                  </a:moveTo>
                  <a:lnTo>
                    <a:pt x="1872907" y="601"/>
                  </a:lnTo>
                  <a:lnTo>
                    <a:pt x="1823598" y="2397"/>
                  </a:lnTo>
                  <a:lnTo>
                    <a:pt x="1774613" y="5372"/>
                  </a:lnTo>
                  <a:lnTo>
                    <a:pt x="1725969" y="9512"/>
                  </a:lnTo>
                  <a:lnTo>
                    <a:pt x="1677678" y="14802"/>
                  </a:lnTo>
                  <a:lnTo>
                    <a:pt x="1629758" y="21228"/>
                  </a:lnTo>
                  <a:lnTo>
                    <a:pt x="1582223" y="28776"/>
                  </a:lnTo>
                  <a:lnTo>
                    <a:pt x="1535087" y="37431"/>
                  </a:lnTo>
                  <a:lnTo>
                    <a:pt x="1488367" y="47178"/>
                  </a:lnTo>
                  <a:lnTo>
                    <a:pt x="1442077" y="58003"/>
                  </a:lnTo>
                  <a:lnTo>
                    <a:pt x="1396232" y="69892"/>
                  </a:lnTo>
                  <a:lnTo>
                    <a:pt x="1350848" y="82830"/>
                  </a:lnTo>
                  <a:lnTo>
                    <a:pt x="1305939" y="96803"/>
                  </a:lnTo>
                  <a:lnTo>
                    <a:pt x="1261521" y="111796"/>
                  </a:lnTo>
                  <a:lnTo>
                    <a:pt x="1217609" y="127795"/>
                  </a:lnTo>
                  <a:lnTo>
                    <a:pt x="1174218" y="144785"/>
                  </a:lnTo>
                  <a:lnTo>
                    <a:pt x="1131362" y="162752"/>
                  </a:lnTo>
                  <a:lnTo>
                    <a:pt x="1089058" y="181682"/>
                  </a:lnTo>
                  <a:lnTo>
                    <a:pt x="1047320" y="201559"/>
                  </a:lnTo>
                  <a:lnTo>
                    <a:pt x="1006163" y="222370"/>
                  </a:lnTo>
                  <a:lnTo>
                    <a:pt x="965602" y="244099"/>
                  </a:lnTo>
                  <a:lnTo>
                    <a:pt x="925653" y="266733"/>
                  </a:lnTo>
                  <a:lnTo>
                    <a:pt x="886331" y="290257"/>
                  </a:lnTo>
                  <a:lnTo>
                    <a:pt x="847650" y="314657"/>
                  </a:lnTo>
                  <a:lnTo>
                    <a:pt x="809626" y="339918"/>
                  </a:lnTo>
                  <a:lnTo>
                    <a:pt x="772274" y="366025"/>
                  </a:lnTo>
                  <a:lnTo>
                    <a:pt x="735609" y="392965"/>
                  </a:lnTo>
                  <a:lnTo>
                    <a:pt x="699646" y="420722"/>
                  </a:lnTo>
                  <a:lnTo>
                    <a:pt x="664400" y="449282"/>
                  </a:lnTo>
                  <a:lnTo>
                    <a:pt x="629887" y="478632"/>
                  </a:lnTo>
                  <a:lnTo>
                    <a:pt x="596121" y="508755"/>
                  </a:lnTo>
                  <a:lnTo>
                    <a:pt x="563118" y="539638"/>
                  </a:lnTo>
                  <a:lnTo>
                    <a:pt x="530892" y="571267"/>
                  </a:lnTo>
                  <a:lnTo>
                    <a:pt x="499459" y="603627"/>
                  </a:lnTo>
                  <a:lnTo>
                    <a:pt x="468833" y="636702"/>
                  </a:lnTo>
                  <a:lnTo>
                    <a:pt x="439031" y="670480"/>
                  </a:lnTo>
                  <a:lnTo>
                    <a:pt x="410067" y="704946"/>
                  </a:lnTo>
                  <a:lnTo>
                    <a:pt x="381955" y="740084"/>
                  </a:lnTo>
                  <a:lnTo>
                    <a:pt x="354713" y="775881"/>
                  </a:lnTo>
                  <a:lnTo>
                    <a:pt x="328353" y="812322"/>
                  </a:lnTo>
                  <a:lnTo>
                    <a:pt x="302892" y="849393"/>
                  </a:lnTo>
                  <a:lnTo>
                    <a:pt x="278344" y="887078"/>
                  </a:lnTo>
                  <a:lnTo>
                    <a:pt x="254726" y="925365"/>
                  </a:lnTo>
                  <a:lnTo>
                    <a:pt x="232050" y="964237"/>
                  </a:lnTo>
                  <a:lnTo>
                    <a:pt x="210334" y="1003682"/>
                  </a:lnTo>
                  <a:lnTo>
                    <a:pt x="189592" y="1043684"/>
                  </a:lnTo>
                  <a:lnTo>
                    <a:pt x="169839" y="1084228"/>
                  </a:lnTo>
                  <a:lnTo>
                    <a:pt x="151090" y="1125301"/>
                  </a:lnTo>
                  <a:lnTo>
                    <a:pt x="133360" y="1166888"/>
                  </a:lnTo>
                  <a:lnTo>
                    <a:pt x="116665" y="1208974"/>
                  </a:lnTo>
                  <a:lnTo>
                    <a:pt x="101019" y="1251545"/>
                  </a:lnTo>
                  <a:lnTo>
                    <a:pt x="86438" y="1294586"/>
                  </a:lnTo>
                  <a:lnTo>
                    <a:pt x="72936" y="1338084"/>
                  </a:lnTo>
                  <a:lnTo>
                    <a:pt x="60530" y="1382023"/>
                  </a:lnTo>
                  <a:lnTo>
                    <a:pt x="49233" y="1426389"/>
                  </a:lnTo>
                  <a:lnTo>
                    <a:pt x="39061" y="1471168"/>
                  </a:lnTo>
                  <a:lnTo>
                    <a:pt x="30029" y="1516345"/>
                  </a:lnTo>
                  <a:lnTo>
                    <a:pt x="22153" y="1561905"/>
                  </a:lnTo>
                  <a:lnTo>
                    <a:pt x="15447" y="1607835"/>
                  </a:lnTo>
                  <a:lnTo>
                    <a:pt x="9926" y="1654119"/>
                  </a:lnTo>
                  <a:lnTo>
                    <a:pt x="5606" y="1700744"/>
                  </a:lnTo>
                  <a:lnTo>
                    <a:pt x="2501" y="1747695"/>
                  </a:lnTo>
                  <a:lnTo>
                    <a:pt x="627" y="1794957"/>
                  </a:lnTo>
                  <a:lnTo>
                    <a:pt x="0" y="1842515"/>
                  </a:lnTo>
                  <a:lnTo>
                    <a:pt x="627" y="1890074"/>
                  </a:lnTo>
                  <a:lnTo>
                    <a:pt x="2501" y="1937336"/>
                  </a:lnTo>
                  <a:lnTo>
                    <a:pt x="5606" y="1984287"/>
                  </a:lnTo>
                  <a:lnTo>
                    <a:pt x="9926" y="2030912"/>
                  </a:lnTo>
                  <a:lnTo>
                    <a:pt x="15447" y="2077196"/>
                  </a:lnTo>
                  <a:lnTo>
                    <a:pt x="22153" y="2123126"/>
                  </a:lnTo>
                  <a:lnTo>
                    <a:pt x="30029" y="2168686"/>
                  </a:lnTo>
                  <a:lnTo>
                    <a:pt x="39061" y="2213863"/>
                  </a:lnTo>
                  <a:lnTo>
                    <a:pt x="49233" y="2258642"/>
                  </a:lnTo>
                  <a:lnTo>
                    <a:pt x="60530" y="2303008"/>
                  </a:lnTo>
                  <a:lnTo>
                    <a:pt x="72936" y="2346947"/>
                  </a:lnTo>
                  <a:lnTo>
                    <a:pt x="86438" y="2390445"/>
                  </a:lnTo>
                  <a:lnTo>
                    <a:pt x="101019" y="2433486"/>
                  </a:lnTo>
                  <a:lnTo>
                    <a:pt x="116665" y="2476057"/>
                  </a:lnTo>
                  <a:lnTo>
                    <a:pt x="133360" y="2518143"/>
                  </a:lnTo>
                  <a:lnTo>
                    <a:pt x="151090" y="2559730"/>
                  </a:lnTo>
                  <a:lnTo>
                    <a:pt x="169839" y="2600803"/>
                  </a:lnTo>
                  <a:lnTo>
                    <a:pt x="189592" y="2641347"/>
                  </a:lnTo>
                  <a:lnTo>
                    <a:pt x="210334" y="2681349"/>
                  </a:lnTo>
                  <a:lnTo>
                    <a:pt x="232050" y="2720794"/>
                  </a:lnTo>
                  <a:lnTo>
                    <a:pt x="254726" y="2759666"/>
                  </a:lnTo>
                  <a:lnTo>
                    <a:pt x="278344" y="2797953"/>
                  </a:lnTo>
                  <a:lnTo>
                    <a:pt x="302892" y="2835638"/>
                  </a:lnTo>
                  <a:lnTo>
                    <a:pt x="328353" y="2872709"/>
                  </a:lnTo>
                  <a:lnTo>
                    <a:pt x="354713" y="2909150"/>
                  </a:lnTo>
                  <a:lnTo>
                    <a:pt x="381955" y="2944947"/>
                  </a:lnTo>
                  <a:lnTo>
                    <a:pt x="410067" y="2980085"/>
                  </a:lnTo>
                  <a:lnTo>
                    <a:pt x="439031" y="3014551"/>
                  </a:lnTo>
                  <a:lnTo>
                    <a:pt x="468833" y="3048329"/>
                  </a:lnTo>
                  <a:lnTo>
                    <a:pt x="499459" y="3081404"/>
                  </a:lnTo>
                  <a:lnTo>
                    <a:pt x="530892" y="3113764"/>
                  </a:lnTo>
                  <a:lnTo>
                    <a:pt x="563118" y="3145393"/>
                  </a:lnTo>
                  <a:lnTo>
                    <a:pt x="596121" y="3176276"/>
                  </a:lnTo>
                  <a:lnTo>
                    <a:pt x="629887" y="3206399"/>
                  </a:lnTo>
                  <a:lnTo>
                    <a:pt x="664400" y="3235749"/>
                  </a:lnTo>
                  <a:lnTo>
                    <a:pt x="699646" y="3264309"/>
                  </a:lnTo>
                  <a:lnTo>
                    <a:pt x="735609" y="3292066"/>
                  </a:lnTo>
                  <a:lnTo>
                    <a:pt x="772274" y="3319006"/>
                  </a:lnTo>
                  <a:lnTo>
                    <a:pt x="809626" y="3345113"/>
                  </a:lnTo>
                  <a:lnTo>
                    <a:pt x="847650" y="3370374"/>
                  </a:lnTo>
                  <a:lnTo>
                    <a:pt x="886331" y="3394774"/>
                  </a:lnTo>
                  <a:lnTo>
                    <a:pt x="925653" y="3418298"/>
                  </a:lnTo>
                  <a:lnTo>
                    <a:pt x="965602" y="3440932"/>
                  </a:lnTo>
                  <a:lnTo>
                    <a:pt x="1006163" y="3462661"/>
                  </a:lnTo>
                  <a:lnTo>
                    <a:pt x="1047320" y="3483472"/>
                  </a:lnTo>
                  <a:lnTo>
                    <a:pt x="1089058" y="3503349"/>
                  </a:lnTo>
                  <a:lnTo>
                    <a:pt x="1131362" y="3522279"/>
                  </a:lnTo>
                  <a:lnTo>
                    <a:pt x="1174218" y="3540246"/>
                  </a:lnTo>
                  <a:lnTo>
                    <a:pt x="1217609" y="3557236"/>
                  </a:lnTo>
                  <a:lnTo>
                    <a:pt x="1261521" y="3573235"/>
                  </a:lnTo>
                  <a:lnTo>
                    <a:pt x="1305939" y="3588228"/>
                  </a:lnTo>
                  <a:lnTo>
                    <a:pt x="1350848" y="3602201"/>
                  </a:lnTo>
                  <a:lnTo>
                    <a:pt x="1396232" y="3615139"/>
                  </a:lnTo>
                  <a:lnTo>
                    <a:pt x="1442077" y="3627028"/>
                  </a:lnTo>
                  <a:lnTo>
                    <a:pt x="1488367" y="3637853"/>
                  </a:lnTo>
                  <a:lnTo>
                    <a:pt x="1535087" y="3647600"/>
                  </a:lnTo>
                  <a:lnTo>
                    <a:pt x="1582223" y="3656255"/>
                  </a:lnTo>
                  <a:lnTo>
                    <a:pt x="1629758" y="3663803"/>
                  </a:lnTo>
                  <a:lnTo>
                    <a:pt x="1677678" y="3670229"/>
                  </a:lnTo>
                  <a:lnTo>
                    <a:pt x="1725969" y="3675519"/>
                  </a:lnTo>
                  <a:lnTo>
                    <a:pt x="1774613" y="3679659"/>
                  </a:lnTo>
                  <a:lnTo>
                    <a:pt x="1823598" y="3682634"/>
                  </a:lnTo>
                  <a:lnTo>
                    <a:pt x="1872907" y="3684430"/>
                  </a:lnTo>
                  <a:lnTo>
                    <a:pt x="1922526" y="3685031"/>
                  </a:lnTo>
                  <a:lnTo>
                    <a:pt x="1972144" y="3684430"/>
                  </a:lnTo>
                  <a:lnTo>
                    <a:pt x="2021453" y="3682634"/>
                  </a:lnTo>
                  <a:lnTo>
                    <a:pt x="2070438" y="3679659"/>
                  </a:lnTo>
                  <a:lnTo>
                    <a:pt x="2119082" y="3675519"/>
                  </a:lnTo>
                  <a:lnTo>
                    <a:pt x="2167373" y="3670229"/>
                  </a:lnTo>
                  <a:lnTo>
                    <a:pt x="2215293" y="3663803"/>
                  </a:lnTo>
                  <a:lnTo>
                    <a:pt x="2262828" y="3656255"/>
                  </a:lnTo>
                  <a:lnTo>
                    <a:pt x="2309964" y="3647600"/>
                  </a:lnTo>
                  <a:lnTo>
                    <a:pt x="2356684" y="3637853"/>
                  </a:lnTo>
                  <a:lnTo>
                    <a:pt x="2402974" y="3627028"/>
                  </a:lnTo>
                  <a:lnTo>
                    <a:pt x="2448819" y="3615139"/>
                  </a:lnTo>
                  <a:lnTo>
                    <a:pt x="2494203" y="3602201"/>
                  </a:lnTo>
                  <a:lnTo>
                    <a:pt x="2539112" y="3588228"/>
                  </a:lnTo>
                  <a:lnTo>
                    <a:pt x="2583530" y="3573235"/>
                  </a:lnTo>
                  <a:lnTo>
                    <a:pt x="2627442" y="3557236"/>
                  </a:lnTo>
                  <a:lnTo>
                    <a:pt x="2670833" y="3540246"/>
                  </a:lnTo>
                  <a:lnTo>
                    <a:pt x="2713689" y="3522279"/>
                  </a:lnTo>
                  <a:lnTo>
                    <a:pt x="2755993" y="3503349"/>
                  </a:lnTo>
                  <a:lnTo>
                    <a:pt x="2797731" y="3483472"/>
                  </a:lnTo>
                  <a:lnTo>
                    <a:pt x="2838888" y="3462661"/>
                  </a:lnTo>
                  <a:lnTo>
                    <a:pt x="2879449" y="3440932"/>
                  </a:lnTo>
                  <a:lnTo>
                    <a:pt x="2919398" y="3418298"/>
                  </a:lnTo>
                  <a:lnTo>
                    <a:pt x="2958720" y="3394774"/>
                  </a:lnTo>
                  <a:lnTo>
                    <a:pt x="2997401" y="3370374"/>
                  </a:lnTo>
                  <a:lnTo>
                    <a:pt x="3035425" y="3345113"/>
                  </a:lnTo>
                  <a:lnTo>
                    <a:pt x="3072777" y="3319006"/>
                  </a:lnTo>
                  <a:lnTo>
                    <a:pt x="3109442" y="3292066"/>
                  </a:lnTo>
                  <a:lnTo>
                    <a:pt x="3145405" y="3264309"/>
                  </a:lnTo>
                  <a:lnTo>
                    <a:pt x="3180651" y="3235749"/>
                  </a:lnTo>
                  <a:lnTo>
                    <a:pt x="3215164" y="3206399"/>
                  </a:lnTo>
                  <a:lnTo>
                    <a:pt x="3248930" y="3176276"/>
                  </a:lnTo>
                  <a:lnTo>
                    <a:pt x="3281934" y="3145393"/>
                  </a:lnTo>
                  <a:lnTo>
                    <a:pt x="3314159" y="3113764"/>
                  </a:lnTo>
                  <a:lnTo>
                    <a:pt x="3345592" y="3081404"/>
                  </a:lnTo>
                  <a:lnTo>
                    <a:pt x="3376218" y="3048329"/>
                  </a:lnTo>
                  <a:lnTo>
                    <a:pt x="3406020" y="3014551"/>
                  </a:lnTo>
                  <a:lnTo>
                    <a:pt x="3434984" y="2980085"/>
                  </a:lnTo>
                  <a:lnTo>
                    <a:pt x="3463096" y="2944947"/>
                  </a:lnTo>
                  <a:lnTo>
                    <a:pt x="3490338" y="2909150"/>
                  </a:lnTo>
                  <a:lnTo>
                    <a:pt x="3516698" y="2872709"/>
                  </a:lnTo>
                  <a:lnTo>
                    <a:pt x="3542159" y="2835638"/>
                  </a:lnTo>
                  <a:lnTo>
                    <a:pt x="3566707" y="2797953"/>
                  </a:lnTo>
                  <a:lnTo>
                    <a:pt x="3590325" y="2759666"/>
                  </a:lnTo>
                  <a:lnTo>
                    <a:pt x="3613001" y="2720794"/>
                  </a:lnTo>
                  <a:lnTo>
                    <a:pt x="3634717" y="2681349"/>
                  </a:lnTo>
                  <a:lnTo>
                    <a:pt x="3655459" y="2641347"/>
                  </a:lnTo>
                  <a:lnTo>
                    <a:pt x="3675212" y="2600803"/>
                  </a:lnTo>
                  <a:lnTo>
                    <a:pt x="3693961" y="2559730"/>
                  </a:lnTo>
                  <a:lnTo>
                    <a:pt x="3711691" y="2518143"/>
                  </a:lnTo>
                  <a:lnTo>
                    <a:pt x="3728386" y="2476057"/>
                  </a:lnTo>
                  <a:lnTo>
                    <a:pt x="3744032" y="2433486"/>
                  </a:lnTo>
                  <a:lnTo>
                    <a:pt x="3758613" y="2390445"/>
                  </a:lnTo>
                  <a:lnTo>
                    <a:pt x="3772115" y="2346947"/>
                  </a:lnTo>
                  <a:lnTo>
                    <a:pt x="3784521" y="2303008"/>
                  </a:lnTo>
                  <a:lnTo>
                    <a:pt x="3795818" y="2258642"/>
                  </a:lnTo>
                  <a:lnTo>
                    <a:pt x="3805990" y="2213863"/>
                  </a:lnTo>
                  <a:lnTo>
                    <a:pt x="3815022" y="2168686"/>
                  </a:lnTo>
                  <a:lnTo>
                    <a:pt x="3822898" y="2123126"/>
                  </a:lnTo>
                  <a:lnTo>
                    <a:pt x="3829604" y="2077196"/>
                  </a:lnTo>
                  <a:lnTo>
                    <a:pt x="3835125" y="2030912"/>
                  </a:lnTo>
                  <a:lnTo>
                    <a:pt x="3839445" y="1984287"/>
                  </a:lnTo>
                  <a:lnTo>
                    <a:pt x="3842550" y="1937336"/>
                  </a:lnTo>
                  <a:lnTo>
                    <a:pt x="3844424" y="1890074"/>
                  </a:lnTo>
                  <a:lnTo>
                    <a:pt x="3845052" y="1842515"/>
                  </a:lnTo>
                  <a:lnTo>
                    <a:pt x="3844424" y="1794957"/>
                  </a:lnTo>
                  <a:lnTo>
                    <a:pt x="3842550" y="1747695"/>
                  </a:lnTo>
                  <a:lnTo>
                    <a:pt x="3839445" y="1700744"/>
                  </a:lnTo>
                  <a:lnTo>
                    <a:pt x="3835125" y="1654119"/>
                  </a:lnTo>
                  <a:lnTo>
                    <a:pt x="3829604" y="1607835"/>
                  </a:lnTo>
                  <a:lnTo>
                    <a:pt x="3822898" y="1561905"/>
                  </a:lnTo>
                  <a:lnTo>
                    <a:pt x="3815022" y="1516345"/>
                  </a:lnTo>
                  <a:lnTo>
                    <a:pt x="3805990" y="1471168"/>
                  </a:lnTo>
                  <a:lnTo>
                    <a:pt x="3795818" y="1426389"/>
                  </a:lnTo>
                  <a:lnTo>
                    <a:pt x="3784521" y="1382023"/>
                  </a:lnTo>
                  <a:lnTo>
                    <a:pt x="3772115" y="1338084"/>
                  </a:lnTo>
                  <a:lnTo>
                    <a:pt x="3758613" y="1294586"/>
                  </a:lnTo>
                  <a:lnTo>
                    <a:pt x="3744032" y="1251545"/>
                  </a:lnTo>
                  <a:lnTo>
                    <a:pt x="3728386" y="1208974"/>
                  </a:lnTo>
                  <a:lnTo>
                    <a:pt x="3711691" y="1166888"/>
                  </a:lnTo>
                  <a:lnTo>
                    <a:pt x="3693961" y="1125301"/>
                  </a:lnTo>
                  <a:lnTo>
                    <a:pt x="3675212" y="1084228"/>
                  </a:lnTo>
                  <a:lnTo>
                    <a:pt x="3655459" y="1043684"/>
                  </a:lnTo>
                  <a:lnTo>
                    <a:pt x="3634717" y="1003682"/>
                  </a:lnTo>
                  <a:lnTo>
                    <a:pt x="3613001" y="964237"/>
                  </a:lnTo>
                  <a:lnTo>
                    <a:pt x="3590325" y="925365"/>
                  </a:lnTo>
                  <a:lnTo>
                    <a:pt x="3566707" y="887078"/>
                  </a:lnTo>
                  <a:lnTo>
                    <a:pt x="3542159" y="849393"/>
                  </a:lnTo>
                  <a:lnTo>
                    <a:pt x="3516698" y="812322"/>
                  </a:lnTo>
                  <a:lnTo>
                    <a:pt x="3490338" y="775881"/>
                  </a:lnTo>
                  <a:lnTo>
                    <a:pt x="3463096" y="740084"/>
                  </a:lnTo>
                  <a:lnTo>
                    <a:pt x="3434984" y="704946"/>
                  </a:lnTo>
                  <a:lnTo>
                    <a:pt x="3406020" y="670480"/>
                  </a:lnTo>
                  <a:lnTo>
                    <a:pt x="3376218" y="636702"/>
                  </a:lnTo>
                  <a:lnTo>
                    <a:pt x="3345592" y="603627"/>
                  </a:lnTo>
                  <a:lnTo>
                    <a:pt x="3314159" y="571267"/>
                  </a:lnTo>
                  <a:lnTo>
                    <a:pt x="3281934" y="539638"/>
                  </a:lnTo>
                  <a:lnTo>
                    <a:pt x="3248930" y="508755"/>
                  </a:lnTo>
                  <a:lnTo>
                    <a:pt x="3215164" y="478632"/>
                  </a:lnTo>
                  <a:lnTo>
                    <a:pt x="3180651" y="449282"/>
                  </a:lnTo>
                  <a:lnTo>
                    <a:pt x="3145405" y="420722"/>
                  </a:lnTo>
                  <a:lnTo>
                    <a:pt x="3109442" y="392965"/>
                  </a:lnTo>
                  <a:lnTo>
                    <a:pt x="3072777" y="366025"/>
                  </a:lnTo>
                  <a:lnTo>
                    <a:pt x="3035425" y="339918"/>
                  </a:lnTo>
                  <a:lnTo>
                    <a:pt x="2997401" y="314657"/>
                  </a:lnTo>
                  <a:lnTo>
                    <a:pt x="2958720" y="290257"/>
                  </a:lnTo>
                  <a:lnTo>
                    <a:pt x="2919398" y="266733"/>
                  </a:lnTo>
                  <a:lnTo>
                    <a:pt x="2879449" y="244099"/>
                  </a:lnTo>
                  <a:lnTo>
                    <a:pt x="2838888" y="222370"/>
                  </a:lnTo>
                  <a:lnTo>
                    <a:pt x="2797731" y="201559"/>
                  </a:lnTo>
                  <a:lnTo>
                    <a:pt x="2755993" y="181682"/>
                  </a:lnTo>
                  <a:lnTo>
                    <a:pt x="2713689" y="162752"/>
                  </a:lnTo>
                  <a:lnTo>
                    <a:pt x="2670833" y="144785"/>
                  </a:lnTo>
                  <a:lnTo>
                    <a:pt x="2627442" y="127795"/>
                  </a:lnTo>
                  <a:lnTo>
                    <a:pt x="2583530" y="111796"/>
                  </a:lnTo>
                  <a:lnTo>
                    <a:pt x="2539112" y="96803"/>
                  </a:lnTo>
                  <a:lnTo>
                    <a:pt x="2494203" y="82830"/>
                  </a:lnTo>
                  <a:lnTo>
                    <a:pt x="2448819" y="69892"/>
                  </a:lnTo>
                  <a:lnTo>
                    <a:pt x="2402974" y="58003"/>
                  </a:lnTo>
                  <a:lnTo>
                    <a:pt x="2356684" y="47178"/>
                  </a:lnTo>
                  <a:lnTo>
                    <a:pt x="2309964" y="37431"/>
                  </a:lnTo>
                  <a:lnTo>
                    <a:pt x="2262828" y="28776"/>
                  </a:lnTo>
                  <a:lnTo>
                    <a:pt x="2215293" y="21228"/>
                  </a:lnTo>
                  <a:lnTo>
                    <a:pt x="2167373" y="14802"/>
                  </a:lnTo>
                  <a:lnTo>
                    <a:pt x="2119082" y="9512"/>
                  </a:lnTo>
                  <a:lnTo>
                    <a:pt x="2070438" y="5372"/>
                  </a:lnTo>
                  <a:lnTo>
                    <a:pt x="2021453" y="2397"/>
                  </a:lnTo>
                  <a:lnTo>
                    <a:pt x="1972144" y="601"/>
                  </a:lnTo>
                  <a:lnTo>
                    <a:pt x="192252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1151" y="4463795"/>
              <a:ext cx="1546860" cy="15681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60776" y="4477511"/>
              <a:ext cx="1472565" cy="1494155"/>
            </a:xfrm>
            <a:custGeom>
              <a:avLst/>
              <a:gdLst/>
              <a:ahLst/>
              <a:cxnLst/>
              <a:rect l="l" t="t" r="r" b="b"/>
              <a:pathLst>
                <a:path w="1472564" h="1494154">
                  <a:moveTo>
                    <a:pt x="498601" y="0"/>
                  </a:moveTo>
                  <a:lnTo>
                    <a:pt x="0" y="127507"/>
                  </a:lnTo>
                  <a:lnTo>
                    <a:pt x="4699" y="1493697"/>
                  </a:lnTo>
                  <a:lnTo>
                    <a:pt x="143160" y="1492060"/>
                  </a:lnTo>
                  <a:lnTo>
                    <a:pt x="496220" y="1446444"/>
                  </a:lnTo>
                  <a:lnTo>
                    <a:pt x="970391" y="1295790"/>
                  </a:lnTo>
                  <a:lnTo>
                    <a:pt x="1472184" y="979043"/>
                  </a:lnTo>
                  <a:lnTo>
                    <a:pt x="1296415" y="437133"/>
                  </a:lnTo>
                  <a:lnTo>
                    <a:pt x="831088" y="91058"/>
                  </a:lnTo>
                  <a:lnTo>
                    <a:pt x="498601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0" y="3790200"/>
              <a:ext cx="1964436" cy="184861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59123" y="3803904"/>
              <a:ext cx="1889760" cy="1774189"/>
            </a:xfrm>
            <a:custGeom>
              <a:avLst/>
              <a:gdLst/>
              <a:ahLst/>
              <a:cxnLst/>
              <a:rect l="l" t="t" r="r" b="b"/>
              <a:pathLst>
                <a:path w="1889760" h="1774189">
                  <a:moveTo>
                    <a:pt x="1889760" y="0"/>
                  </a:moveTo>
                  <a:lnTo>
                    <a:pt x="379856" y="127381"/>
                  </a:lnTo>
                  <a:lnTo>
                    <a:pt x="0" y="673227"/>
                  </a:lnTo>
                  <a:lnTo>
                    <a:pt x="1096772" y="1773936"/>
                  </a:lnTo>
                  <a:lnTo>
                    <a:pt x="1533691" y="1247306"/>
                  </a:lnTo>
                  <a:lnTo>
                    <a:pt x="1768062" y="709580"/>
                  </a:lnTo>
                  <a:lnTo>
                    <a:pt x="1862653" y="291250"/>
                  </a:lnTo>
                  <a:lnTo>
                    <a:pt x="1880235" y="122809"/>
                  </a:lnTo>
                  <a:lnTo>
                    <a:pt x="1889760" y="0"/>
                  </a:lnTo>
                  <a:close/>
                </a:path>
              </a:pathLst>
            </a:custGeom>
            <a:solidFill>
              <a:srgbClr val="FDA2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8372" y="2051303"/>
              <a:ext cx="1990344" cy="19415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77995" y="2065019"/>
              <a:ext cx="1915795" cy="1866900"/>
            </a:xfrm>
            <a:custGeom>
              <a:avLst/>
              <a:gdLst/>
              <a:ahLst/>
              <a:cxnLst/>
              <a:rect l="l" t="t" r="r" b="b"/>
              <a:pathLst>
                <a:path w="1915795" h="1866900">
                  <a:moveTo>
                    <a:pt x="1055242" y="0"/>
                  </a:moveTo>
                  <a:lnTo>
                    <a:pt x="0" y="1165732"/>
                  </a:lnTo>
                  <a:lnTo>
                    <a:pt x="261365" y="1866899"/>
                  </a:lnTo>
                  <a:lnTo>
                    <a:pt x="1915540" y="1862327"/>
                  </a:lnTo>
                  <a:lnTo>
                    <a:pt x="1799433" y="1118600"/>
                  </a:lnTo>
                  <a:lnTo>
                    <a:pt x="1539414" y="556704"/>
                  </a:lnTo>
                  <a:lnTo>
                    <a:pt x="1278514" y="201406"/>
                  </a:lnTo>
                  <a:lnTo>
                    <a:pt x="1159764" y="77469"/>
                  </a:lnTo>
                  <a:lnTo>
                    <a:pt x="1055242" y="0"/>
                  </a:lnTo>
                  <a:close/>
                </a:path>
              </a:pathLst>
            </a:custGeom>
            <a:solidFill>
              <a:srgbClr val="46B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1319" y="1272539"/>
              <a:ext cx="2116835" cy="20330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80944" y="1287652"/>
              <a:ext cx="2042160" cy="1957070"/>
            </a:xfrm>
            <a:custGeom>
              <a:avLst/>
              <a:gdLst/>
              <a:ahLst/>
              <a:cxnLst/>
              <a:rect l="l" t="t" r="r" b="b"/>
              <a:pathLst>
                <a:path w="2042160" h="1957070">
                  <a:moveTo>
                    <a:pt x="0" y="0"/>
                  </a:moveTo>
                  <a:lnTo>
                    <a:pt x="33274" y="1715770"/>
                  </a:lnTo>
                  <a:lnTo>
                    <a:pt x="840613" y="1956943"/>
                  </a:lnTo>
                  <a:lnTo>
                    <a:pt x="2042159" y="769112"/>
                  </a:lnTo>
                  <a:lnTo>
                    <a:pt x="1898058" y="645098"/>
                  </a:lnTo>
                  <a:lnTo>
                    <a:pt x="1487709" y="374316"/>
                  </a:lnTo>
                  <a:lnTo>
                    <a:pt x="844045" y="1086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A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7983" y="2816351"/>
              <a:ext cx="2087880" cy="20040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97608" y="2830067"/>
              <a:ext cx="2013585" cy="1929764"/>
            </a:xfrm>
            <a:custGeom>
              <a:avLst/>
              <a:gdLst/>
              <a:ahLst/>
              <a:cxnLst/>
              <a:rect l="l" t="t" r="r" b="b"/>
              <a:pathLst>
                <a:path w="2013585" h="1929764">
                  <a:moveTo>
                    <a:pt x="1006602" y="0"/>
                  </a:moveTo>
                  <a:lnTo>
                    <a:pt x="957835" y="1112"/>
                  </a:lnTo>
                  <a:lnTo>
                    <a:pt x="909667" y="4416"/>
                  </a:lnTo>
                  <a:lnTo>
                    <a:pt x="862151" y="9860"/>
                  </a:lnTo>
                  <a:lnTo>
                    <a:pt x="815338" y="17395"/>
                  </a:lnTo>
                  <a:lnTo>
                    <a:pt x="769282" y="26969"/>
                  </a:lnTo>
                  <a:lnTo>
                    <a:pt x="724036" y="38533"/>
                  </a:lnTo>
                  <a:lnTo>
                    <a:pt x="679652" y="52035"/>
                  </a:lnTo>
                  <a:lnTo>
                    <a:pt x="636183" y="67425"/>
                  </a:lnTo>
                  <a:lnTo>
                    <a:pt x="593682" y="84653"/>
                  </a:lnTo>
                  <a:lnTo>
                    <a:pt x="552202" y="103667"/>
                  </a:lnTo>
                  <a:lnTo>
                    <a:pt x="511795" y="124418"/>
                  </a:lnTo>
                  <a:lnTo>
                    <a:pt x="472514" y="146855"/>
                  </a:lnTo>
                  <a:lnTo>
                    <a:pt x="434411" y="170928"/>
                  </a:lnTo>
                  <a:lnTo>
                    <a:pt x="397541" y="196584"/>
                  </a:lnTo>
                  <a:lnTo>
                    <a:pt x="361954" y="223776"/>
                  </a:lnTo>
                  <a:lnTo>
                    <a:pt x="327705" y="252451"/>
                  </a:lnTo>
                  <a:lnTo>
                    <a:pt x="294846" y="282559"/>
                  </a:lnTo>
                  <a:lnTo>
                    <a:pt x="263429" y="314049"/>
                  </a:lnTo>
                  <a:lnTo>
                    <a:pt x="233508" y="346872"/>
                  </a:lnTo>
                  <a:lnTo>
                    <a:pt x="205134" y="380976"/>
                  </a:lnTo>
                  <a:lnTo>
                    <a:pt x="178362" y="416311"/>
                  </a:lnTo>
                  <a:lnTo>
                    <a:pt x="153243" y="452827"/>
                  </a:lnTo>
                  <a:lnTo>
                    <a:pt x="129830" y="490473"/>
                  </a:lnTo>
                  <a:lnTo>
                    <a:pt x="108177" y="529198"/>
                  </a:lnTo>
                  <a:lnTo>
                    <a:pt x="88335" y="568951"/>
                  </a:lnTo>
                  <a:lnTo>
                    <a:pt x="70358" y="609683"/>
                  </a:lnTo>
                  <a:lnTo>
                    <a:pt x="54299" y="651343"/>
                  </a:lnTo>
                  <a:lnTo>
                    <a:pt x="40209" y="693880"/>
                  </a:lnTo>
                  <a:lnTo>
                    <a:pt x="28143" y="737243"/>
                  </a:lnTo>
                  <a:lnTo>
                    <a:pt x="18152" y="781383"/>
                  </a:lnTo>
                  <a:lnTo>
                    <a:pt x="10289" y="826248"/>
                  </a:lnTo>
                  <a:lnTo>
                    <a:pt x="4608" y="871788"/>
                  </a:lnTo>
                  <a:lnTo>
                    <a:pt x="1160" y="917953"/>
                  </a:lnTo>
                  <a:lnTo>
                    <a:pt x="0" y="964692"/>
                  </a:lnTo>
                  <a:lnTo>
                    <a:pt x="1160" y="1011430"/>
                  </a:lnTo>
                  <a:lnTo>
                    <a:pt x="4608" y="1057595"/>
                  </a:lnTo>
                  <a:lnTo>
                    <a:pt x="10289" y="1103135"/>
                  </a:lnTo>
                  <a:lnTo>
                    <a:pt x="18152" y="1148000"/>
                  </a:lnTo>
                  <a:lnTo>
                    <a:pt x="28143" y="1192140"/>
                  </a:lnTo>
                  <a:lnTo>
                    <a:pt x="40209" y="1235503"/>
                  </a:lnTo>
                  <a:lnTo>
                    <a:pt x="54299" y="1278040"/>
                  </a:lnTo>
                  <a:lnTo>
                    <a:pt x="70358" y="1319700"/>
                  </a:lnTo>
                  <a:lnTo>
                    <a:pt x="88335" y="1360432"/>
                  </a:lnTo>
                  <a:lnTo>
                    <a:pt x="108177" y="1400185"/>
                  </a:lnTo>
                  <a:lnTo>
                    <a:pt x="129830" y="1438910"/>
                  </a:lnTo>
                  <a:lnTo>
                    <a:pt x="153243" y="1476556"/>
                  </a:lnTo>
                  <a:lnTo>
                    <a:pt x="178362" y="1513072"/>
                  </a:lnTo>
                  <a:lnTo>
                    <a:pt x="205134" y="1548407"/>
                  </a:lnTo>
                  <a:lnTo>
                    <a:pt x="233508" y="1582511"/>
                  </a:lnTo>
                  <a:lnTo>
                    <a:pt x="263429" y="1615334"/>
                  </a:lnTo>
                  <a:lnTo>
                    <a:pt x="294846" y="1646824"/>
                  </a:lnTo>
                  <a:lnTo>
                    <a:pt x="327705" y="1676932"/>
                  </a:lnTo>
                  <a:lnTo>
                    <a:pt x="361954" y="1705607"/>
                  </a:lnTo>
                  <a:lnTo>
                    <a:pt x="397541" y="1732799"/>
                  </a:lnTo>
                  <a:lnTo>
                    <a:pt x="434411" y="1758455"/>
                  </a:lnTo>
                  <a:lnTo>
                    <a:pt x="472514" y="1782528"/>
                  </a:lnTo>
                  <a:lnTo>
                    <a:pt x="511795" y="1804965"/>
                  </a:lnTo>
                  <a:lnTo>
                    <a:pt x="552202" y="1825716"/>
                  </a:lnTo>
                  <a:lnTo>
                    <a:pt x="593682" y="1844730"/>
                  </a:lnTo>
                  <a:lnTo>
                    <a:pt x="636183" y="1861958"/>
                  </a:lnTo>
                  <a:lnTo>
                    <a:pt x="679652" y="1877348"/>
                  </a:lnTo>
                  <a:lnTo>
                    <a:pt x="724036" y="1890850"/>
                  </a:lnTo>
                  <a:lnTo>
                    <a:pt x="769282" y="1902414"/>
                  </a:lnTo>
                  <a:lnTo>
                    <a:pt x="815338" y="1911988"/>
                  </a:lnTo>
                  <a:lnTo>
                    <a:pt x="862151" y="1919523"/>
                  </a:lnTo>
                  <a:lnTo>
                    <a:pt x="909667" y="1924967"/>
                  </a:lnTo>
                  <a:lnTo>
                    <a:pt x="957835" y="1928271"/>
                  </a:lnTo>
                  <a:lnTo>
                    <a:pt x="1006602" y="1929384"/>
                  </a:lnTo>
                  <a:lnTo>
                    <a:pt x="1055368" y="1928271"/>
                  </a:lnTo>
                  <a:lnTo>
                    <a:pt x="1103536" y="1924967"/>
                  </a:lnTo>
                  <a:lnTo>
                    <a:pt x="1151052" y="1919523"/>
                  </a:lnTo>
                  <a:lnTo>
                    <a:pt x="1197865" y="1911988"/>
                  </a:lnTo>
                  <a:lnTo>
                    <a:pt x="1243921" y="1902414"/>
                  </a:lnTo>
                  <a:lnTo>
                    <a:pt x="1289167" y="1890850"/>
                  </a:lnTo>
                  <a:lnTo>
                    <a:pt x="1333551" y="1877348"/>
                  </a:lnTo>
                  <a:lnTo>
                    <a:pt x="1377020" y="1861958"/>
                  </a:lnTo>
                  <a:lnTo>
                    <a:pt x="1419521" y="1844730"/>
                  </a:lnTo>
                  <a:lnTo>
                    <a:pt x="1461001" y="1825716"/>
                  </a:lnTo>
                  <a:lnTo>
                    <a:pt x="1501408" y="1804965"/>
                  </a:lnTo>
                  <a:lnTo>
                    <a:pt x="1540689" y="1782528"/>
                  </a:lnTo>
                  <a:lnTo>
                    <a:pt x="1578792" y="1758455"/>
                  </a:lnTo>
                  <a:lnTo>
                    <a:pt x="1615662" y="1732799"/>
                  </a:lnTo>
                  <a:lnTo>
                    <a:pt x="1651249" y="1705607"/>
                  </a:lnTo>
                  <a:lnTo>
                    <a:pt x="1685498" y="1676932"/>
                  </a:lnTo>
                  <a:lnTo>
                    <a:pt x="1718357" y="1646824"/>
                  </a:lnTo>
                  <a:lnTo>
                    <a:pt x="1749774" y="1615334"/>
                  </a:lnTo>
                  <a:lnTo>
                    <a:pt x="1779695" y="1582511"/>
                  </a:lnTo>
                  <a:lnTo>
                    <a:pt x="1808069" y="1548407"/>
                  </a:lnTo>
                  <a:lnTo>
                    <a:pt x="1834841" y="1513072"/>
                  </a:lnTo>
                  <a:lnTo>
                    <a:pt x="1859960" y="1476556"/>
                  </a:lnTo>
                  <a:lnTo>
                    <a:pt x="1883373" y="1438910"/>
                  </a:lnTo>
                  <a:lnTo>
                    <a:pt x="1905026" y="1400185"/>
                  </a:lnTo>
                  <a:lnTo>
                    <a:pt x="1924868" y="1360432"/>
                  </a:lnTo>
                  <a:lnTo>
                    <a:pt x="1942845" y="1319700"/>
                  </a:lnTo>
                  <a:lnTo>
                    <a:pt x="1958904" y="1278040"/>
                  </a:lnTo>
                  <a:lnTo>
                    <a:pt x="1972994" y="1235503"/>
                  </a:lnTo>
                  <a:lnTo>
                    <a:pt x="1985060" y="1192140"/>
                  </a:lnTo>
                  <a:lnTo>
                    <a:pt x="1995051" y="1148000"/>
                  </a:lnTo>
                  <a:lnTo>
                    <a:pt x="2002914" y="1103135"/>
                  </a:lnTo>
                  <a:lnTo>
                    <a:pt x="2008595" y="1057595"/>
                  </a:lnTo>
                  <a:lnTo>
                    <a:pt x="2012043" y="1011430"/>
                  </a:lnTo>
                  <a:lnTo>
                    <a:pt x="2013204" y="964692"/>
                  </a:lnTo>
                  <a:lnTo>
                    <a:pt x="2012043" y="917953"/>
                  </a:lnTo>
                  <a:lnTo>
                    <a:pt x="2008595" y="871788"/>
                  </a:lnTo>
                  <a:lnTo>
                    <a:pt x="2002914" y="826248"/>
                  </a:lnTo>
                  <a:lnTo>
                    <a:pt x="1995051" y="781383"/>
                  </a:lnTo>
                  <a:lnTo>
                    <a:pt x="1985060" y="737243"/>
                  </a:lnTo>
                  <a:lnTo>
                    <a:pt x="1972994" y="693880"/>
                  </a:lnTo>
                  <a:lnTo>
                    <a:pt x="1958904" y="651343"/>
                  </a:lnTo>
                  <a:lnTo>
                    <a:pt x="1942845" y="609683"/>
                  </a:lnTo>
                  <a:lnTo>
                    <a:pt x="1924868" y="568951"/>
                  </a:lnTo>
                  <a:lnTo>
                    <a:pt x="1905026" y="529198"/>
                  </a:lnTo>
                  <a:lnTo>
                    <a:pt x="1883373" y="490473"/>
                  </a:lnTo>
                  <a:lnTo>
                    <a:pt x="1859960" y="452827"/>
                  </a:lnTo>
                  <a:lnTo>
                    <a:pt x="1834841" y="416311"/>
                  </a:lnTo>
                  <a:lnTo>
                    <a:pt x="1808069" y="380976"/>
                  </a:lnTo>
                  <a:lnTo>
                    <a:pt x="1779695" y="346872"/>
                  </a:lnTo>
                  <a:lnTo>
                    <a:pt x="1749774" y="314049"/>
                  </a:lnTo>
                  <a:lnTo>
                    <a:pt x="1718357" y="282559"/>
                  </a:lnTo>
                  <a:lnTo>
                    <a:pt x="1685498" y="252451"/>
                  </a:lnTo>
                  <a:lnTo>
                    <a:pt x="1651249" y="223776"/>
                  </a:lnTo>
                  <a:lnTo>
                    <a:pt x="1615662" y="196584"/>
                  </a:lnTo>
                  <a:lnTo>
                    <a:pt x="1578792" y="170928"/>
                  </a:lnTo>
                  <a:lnTo>
                    <a:pt x="1540689" y="146855"/>
                  </a:lnTo>
                  <a:lnTo>
                    <a:pt x="1501408" y="124418"/>
                  </a:lnTo>
                  <a:lnTo>
                    <a:pt x="1461001" y="103667"/>
                  </a:lnTo>
                  <a:lnTo>
                    <a:pt x="1419521" y="84653"/>
                  </a:lnTo>
                  <a:lnTo>
                    <a:pt x="1377020" y="67425"/>
                  </a:lnTo>
                  <a:lnTo>
                    <a:pt x="1333551" y="52035"/>
                  </a:lnTo>
                  <a:lnTo>
                    <a:pt x="1289167" y="38533"/>
                  </a:lnTo>
                  <a:lnTo>
                    <a:pt x="1243921" y="26969"/>
                  </a:lnTo>
                  <a:lnTo>
                    <a:pt x="1197865" y="17395"/>
                  </a:lnTo>
                  <a:lnTo>
                    <a:pt x="1151052" y="9860"/>
                  </a:lnTo>
                  <a:lnTo>
                    <a:pt x="1103536" y="4416"/>
                  </a:lnTo>
                  <a:lnTo>
                    <a:pt x="1055368" y="1112"/>
                  </a:lnTo>
                  <a:lnTo>
                    <a:pt x="1006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9527" y="2971800"/>
              <a:ext cx="1764792" cy="1693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59151" y="2985516"/>
              <a:ext cx="1690370" cy="1618615"/>
            </a:xfrm>
            <a:custGeom>
              <a:avLst/>
              <a:gdLst/>
              <a:ahLst/>
              <a:cxnLst/>
              <a:rect l="l" t="t" r="r" b="b"/>
              <a:pathLst>
                <a:path w="1690370" h="1618614">
                  <a:moveTo>
                    <a:pt x="845058" y="0"/>
                  </a:moveTo>
                  <a:lnTo>
                    <a:pt x="795403" y="1373"/>
                  </a:lnTo>
                  <a:lnTo>
                    <a:pt x="746504" y="5444"/>
                  </a:lnTo>
                  <a:lnTo>
                    <a:pt x="698439" y="12136"/>
                  </a:lnTo>
                  <a:lnTo>
                    <a:pt x="651290" y="21373"/>
                  </a:lnTo>
                  <a:lnTo>
                    <a:pt x="605133" y="33080"/>
                  </a:lnTo>
                  <a:lnTo>
                    <a:pt x="560049" y="47179"/>
                  </a:lnTo>
                  <a:lnTo>
                    <a:pt x="516118" y="63597"/>
                  </a:lnTo>
                  <a:lnTo>
                    <a:pt x="473417" y="82256"/>
                  </a:lnTo>
                  <a:lnTo>
                    <a:pt x="432027" y="103080"/>
                  </a:lnTo>
                  <a:lnTo>
                    <a:pt x="392026" y="125994"/>
                  </a:lnTo>
                  <a:lnTo>
                    <a:pt x="353495" y="150922"/>
                  </a:lnTo>
                  <a:lnTo>
                    <a:pt x="316512" y="177788"/>
                  </a:lnTo>
                  <a:lnTo>
                    <a:pt x="281156" y="206515"/>
                  </a:lnTo>
                  <a:lnTo>
                    <a:pt x="247507" y="237029"/>
                  </a:lnTo>
                  <a:lnTo>
                    <a:pt x="215643" y="269253"/>
                  </a:lnTo>
                  <a:lnTo>
                    <a:pt x="185645" y="303111"/>
                  </a:lnTo>
                  <a:lnTo>
                    <a:pt x="157592" y="338527"/>
                  </a:lnTo>
                  <a:lnTo>
                    <a:pt x="131562" y="375426"/>
                  </a:lnTo>
                  <a:lnTo>
                    <a:pt x="107635" y="413731"/>
                  </a:lnTo>
                  <a:lnTo>
                    <a:pt x="85890" y="453367"/>
                  </a:lnTo>
                  <a:lnTo>
                    <a:pt x="66407" y="494258"/>
                  </a:lnTo>
                  <a:lnTo>
                    <a:pt x="49264" y="536327"/>
                  </a:lnTo>
                  <a:lnTo>
                    <a:pt x="34541" y="579499"/>
                  </a:lnTo>
                  <a:lnTo>
                    <a:pt x="22317" y="623698"/>
                  </a:lnTo>
                  <a:lnTo>
                    <a:pt x="12672" y="668847"/>
                  </a:lnTo>
                  <a:lnTo>
                    <a:pt x="5685" y="714872"/>
                  </a:lnTo>
                  <a:lnTo>
                    <a:pt x="1434" y="761696"/>
                  </a:lnTo>
                  <a:lnTo>
                    <a:pt x="0" y="809244"/>
                  </a:lnTo>
                  <a:lnTo>
                    <a:pt x="1434" y="856791"/>
                  </a:lnTo>
                  <a:lnTo>
                    <a:pt x="5685" y="903615"/>
                  </a:lnTo>
                  <a:lnTo>
                    <a:pt x="12672" y="949640"/>
                  </a:lnTo>
                  <a:lnTo>
                    <a:pt x="22317" y="994789"/>
                  </a:lnTo>
                  <a:lnTo>
                    <a:pt x="34541" y="1038988"/>
                  </a:lnTo>
                  <a:lnTo>
                    <a:pt x="49264" y="1082160"/>
                  </a:lnTo>
                  <a:lnTo>
                    <a:pt x="66407" y="1124229"/>
                  </a:lnTo>
                  <a:lnTo>
                    <a:pt x="85890" y="1165120"/>
                  </a:lnTo>
                  <a:lnTo>
                    <a:pt x="107635" y="1204756"/>
                  </a:lnTo>
                  <a:lnTo>
                    <a:pt x="131562" y="1243061"/>
                  </a:lnTo>
                  <a:lnTo>
                    <a:pt x="157592" y="1279960"/>
                  </a:lnTo>
                  <a:lnTo>
                    <a:pt x="185645" y="1315376"/>
                  </a:lnTo>
                  <a:lnTo>
                    <a:pt x="215643" y="1349234"/>
                  </a:lnTo>
                  <a:lnTo>
                    <a:pt x="247507" y="1381458"/>
                  </a:lnTo>
                  <a:lnTo>
                    <a:pt x="281156" y="1411972"/>
                  </a:lnTo>
                  <a:lnTo>
                    <a:pt x="316512" y="1440699"/>
                  </a:lnTo>
                  <a:lnTo>
                    <a:pt x="353495" y="1467565"/>
                  </a:lnTo>
                  <a:lnTo>
                    <a:pt x="392026" y="1492493"/>
                  </a:lnTo>
                  <a:lnTo>
                    <a:pt x="432027" y="1515407"/>
                  </a:lnTo>
                  <a:lnTo>
                    <a:pt x="473417" y="1536231"/>
                  </a:lnTo>
                  <a:lnTo>
                    <a:pt x="516118" y="1554890"/>
                  </a:lnTo>
                  <a:lnTo>
                    <a:pt x="560049" y="1571308"/>
                  </a:lnTo>
                  <a:lnTo>
                    <a:pt x="605133" y="1585407"/>
                  </a:lnTo>
                  <a:lnTo>
                    <a:pt x="651290" y="1597114"/>
                  </a:lnTo>
                  <a:lnTo>
                    <a:pt x="698439" y="1606351"/>
                  </a:lnTo>
                  <a:lnTo>
                    <a:pt x="746504" y="1613043"/>
                  </a:lnTo>
                  <a:lnTo>
                    <a:pt x="795403" y="1617114"/>
                  </a:lnTo>
                  <a:lnTo>
                    <a:pt x="845058" y="1618488"/>
                  </a:lnTo>
                  <a:lnTo>
                    <a:pt x="894712" y="1617114"/>
                  </a:lnTo>
                  <a:lnTo>
                    <a:pt x="943611" y="1613043"/>
                  </a:lnTo>
                  <a:lnTo>
                    <a:pt x="991676" y="1606351"/>
                  </a:lnTo>
                  <a:lnTo>
                    <a:pt x="1038825" y="1597114"/>
                  </a:lnTo>
                  <a:lnTo>
                    <a:pt x="1084982" y="1585407"/>
                  </a:lnTo>
                  <a:lnTo>
                    <a:pt x="1130066" y="1571308"/>
                  </a:lnTo>
                  <a:lnTo>
                    <a:pt x="1173997" y="1554890"/>
                  </a:lnTo>
                  <a:lnTo>
                    <a:pt x="1216698" y="1536231"/>
                  </a:lnTo>
                  <a:lnTo>
                    <a:pt x="1258088" y="1515407"/>
                  </a:lnTo>
                  <a:lnTo>
                    <a:pt x="1298089" y="1492493"/>
                  </a:lnTo>
                  <a:lnTo>
                    <a:pt x="1336620" y="1467565"/>
                  </a:lnTo>
                  <a:lnTo>
                    <a:pt x="1373603" y="1440699"/>
                  </a:lnTo>
                  <a:lnTo>
                    <a:pt x="1408959" y="1411972"/>
                  </a:lnTo>
                  <a:lnTo>
                    <a:pt x="1442608" y="1381458"/>
                  </a:lnTo>
                  <a:lnTo>
                    <a:pt x="1474472" y="1349234"/>
                  </a:lnTo>
                  <a:lnTo>
                    <a:pt x="1504470" y="1315376"/>
                  </a:lnTo>
                  <a:lnTo>
                    <a:pt x="1532523" y="1279960"/>
                  </a:lnTo>
                  <a:lnTo>
                    <a:pt x="1558553" y="1243061"/>
                  </a:lnTo>
                  <a:lnTo>
                    <a:pt x="1582480" y="1204756"/>
                  </a:lnTo>
                  <a:lnTo>
                    <a:pt x="1604225" y="1165120"/>
                  </a:lnTo>
                  <a:lnTo>
                    <a:pt x="1623708" y="1124229"/>
                  </a:lnTo>
                  <a:lnTo>
                    <a:pt x="1640851" y="1082160"/>
                  </a:lnTo>
                  <a:lnTo>
                    <a:pt x="1655574" y="1038988"/>
                  </a:lnTo>
                  <a:lnTo>
                    <a:pt x="1667798" y="994789"/>
                  </a:lnTo>
                  <a:lnTo>
                    <a:pt x="1677443" y="949640"/>
                  </a:lnTo>
                  <a:lnTo>
                    <a:pt x="1684430" y="903615"/>
                  </a:lnTo>
                  <a:lnTo>
                    <a:pt x="1688681" y="856791"/>
                  </a:lnTo>
                  <a:lnTo>
                    <a:pt x="1690115" y="809244"/>
                  </a:lnTo>
                  <a:lnTo>
                    <a:pt x="1688681" y="761696"/>
                  </a:lnTo>
                  <a:lnTo>
                    <a:pt x="1684430" y="714872"/>
                  </a:lnTo>
                  <a:lnTo>
                    <a:pt x="1677443" y="668847"/>
                  </a:lnTo>
                  <a:lnTo>
                    <a:pt x="1667798" y="623698"/>
                  </a:lnTo>
                  <a:lnTo>
                    <a:pt x="1655574" y="579499"/>
                  </a:lnTo>
                  <a:lnTo>
                    <a:pt x="1640851" y="536327"/>
                  </a:lnTo>
                  <a:lnTo>
                    <a:pt x="1623708" y="494258"/>
                  </a:lnTo>
                  <a:lnTo>
                    <a:pt x="1604225" y="453367"/>
                  </a:lnTo>
                  <a:lnTo>
                    <a:pt x="1582480" y="413731"/>
                  </a:lnTo>
                  <a:lnTo>
                    <a:pt x="1558553" y="375426"/>
                  </a:lnTo>
                  <a:lnTo>
                    <a:pt x="1532523" y="338527"/>
                  </a:lnTo>
                  <a:lnTo>
                    <a:pt x="1504470" y="303111"/>
                  </a:lnTo>
                  <a:lnTo>
                    <a:pt x="1474472" y="269253"/>
                  </a:lnTo>
                  <a:lnTo>
                    <a:pt x="1442608" y="237029"/>
                  </a:lnTo>
                  <a:lnTo>
                    <a:pt x="1408959" y="206515"/>
                  </a:lnTo>
                  <a:lnTo>
                    <a:pt x="1373603" y="177788"/>
                  </a:lnTo>
                  <a:lnTo>
                    <a:pt x="1336620" y="150922"/>
                  </a:lnTo>
                  <a:lnTo>
                    <a:pt x="1298089" y="125994"/>
                  </a:lnTo>
                  <a:lnTo>
                    <a:pt x="1258088" y="103080"/>
                  </a:lnTo>
                  <a:lnTo>
                    <a:pt x="1216698" y="82256"/>
                  </a:lnTo>
                  <a:lnTo>
                    <a:pt x="1173997" y="63597"/>
                  </a:lnTo>
                  <a:lnTo>
                    <a:pt x="1130066" y="47179"/>
                  </a:lnTo>
                  <a:lnTo>
                    <a:pt x="1084982" y="33080"/>
                  </a:lnTo>
                  <a:lnTo>
                    <a:pt x="1038825" y="21373"/>
                  </a:lnTo>
                  <a:lnTo>
                    <a:pt x="991676" y="12136"/>
                  </a:lnTo>
                  <a:lnTo>
                    <a:pt x="943611" y="5444"/>
                  </a:lnTo>
                  <a:lnTo>
                    <a:pt x="894712" y="137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5163" y="3101339"/>
              <a:ext cx="1493519" cy="14340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94787" y="3115055"/>
              <a:ext cx="1419225" cy="1359535"/>
            </a:xfrm>
            <a:custGeom>
              <a:avLst/>
              <a:gdLst/>
              <a:ahLst/>
              <a:cxnLst/>
              <a:rect l="l" t="t" r="r" b="b"/>
              <a:pathLst>
                <a:path w="1419225" h="1359535">
                  <a:moveTo>
                    <a:pt x="709422" y="0"/>
                  </a:moveTo>
                  <a:lnTo>
                    <a:pt x="660851" y="1567"/>
                  </a:lnTo>
                  <a:lnTo>
                    <a:pt x="613159" y="6204"/>
                  </a:lnTo>
                  <a:lnTo>
                    <a:pt x="566451" y="13808"/>
                  </a:lnTo>
                  <a:lnTo>
                    <a:pt x="520832" y="24278"/>
                  </a:lnTo>
                  <a:lnTo>
                    <a:pt x="476408" y="37512"/>
                  </a:lnTo>
                  <a:lnTo>
                    <a:pt x="433286" y="53411"/>
                  </a:lnTo>
                  <a:lnTo>
                    <a:pt x="391570" y="71872"/>
                  </a:lnTo>
                  <a:lnTo>
                    <a:pt x="351366" y="92794"/>
                  </a:lnTo>
                  <a:lnTo>
                    <a:pt x="312780" y="116077"/>
                  </a:lnTo>
                  <a:lnTo>
                    <a:pt x="275918" y="141618"/>
                  </a:lnTo>
                  <a:lnTo>
                    <a:pt x="240885" y="169317"/>
                  </a:lnTo>
                  <a:lnTo>
                    <a:pt x="207787" y="199072"/>
                  </a:lnTo>
                  <a:lnTo>
                    <a:pt x="176730" y="230783"/>
                  </a:lnTo>
                  <a:lnTo>
                    <a:pt x="147819" y="264347"/>
                  </a:lnTo>
                  <a:lnTo>
                    <a:pt x="121160" y="299665"/>
                  </a:lnTo>
                  <a:lnTo>
                    <a:pt x="96858" y="336634"/>
                  </a:lnTo>
                  <a:lnTo>
                    <a:pt x="75020" y="375154"/>
                  </a:lnTo>
                  <a:lnTo>
                    <a:pt x="55751" y="415123"/>
                  </a:lnTo>
                  <a:lnTo>
                    <a:pt x="39156" y="456440"/>
                  </a:lnTo>
                  <a:lnTo>
                    <a:pt x="25341" y="499004"/>
                  </a:lnTo>
                  <a:lnTo>
                    <a:pt x="14413" y="542713"/>
                  </a:lnTo>
                  <a:lnTo>
                    <a:pt x="6476" y="587467"/>
                  </a:lnTo>
                  <a:lnTo>
                    <a:pt x="1636" y="633164"/>
                  </a:lnTo>
                  <a:lnTo>
                    <a:pt x="0" y="679704"/>
                  </a:lnTo>
                  <a:lnTo>
                    <a:pt x="1636" y="726243"/>
                  </a:lnTo>
                  <a:lnTo>
                    <a:pt x="6476" y="771940"/>
                  </a:lnTo>
                  <a:lnTo>
                    <a:pt x="14413" y="816694"/>
                  </a:lnTo>
                  <a:lnTo>
                    <a:pt x="25341" y="860403"/>
                  </a:lnTo>
                  <a:lnTo>
                    <a:pt x="39156" y="902967"/>
                  </a:lnTo>
                  <a:lnTo>
                    <a:pt x="55751" y="944284"/>
                  </a:lnTo>
                  <a:lnTo>
                    <a:pt x="75020" y="984253"/>
                  </a:lnTo>
                  <a:lnTo>
                    <a:pt x="96858" y="1022773"/>
                  </a:lnTo>
                  <a:lnTo>
                    <a:pt x="121160" y="1059742"/>
                  </a:lnTo>
                  <a:lnTo>
                    <a:pt x="147819" y="1095060"/>
                  </a:lnTo>
                  <a:lnTo>
                    <a:pt x="176730" y="1128624"/>
                  </a:lnTo>
                  <a:lnTo>
                    <a:pt x="207787" y="1160335"/>
                  </a:lnTo>
                  <a:lnTo>
                    <a:pt x="240885" y="1190090"/>
                  </a:lnTo>
                  <a:lnTo>
                    <a:pt x="275918" y="1217789"/>
                  </a:lnTo>
                  <a:lnTo>
                    <a:pt x="312780" y="1243330"/>
                  </a:lnTo>
                  <a:lnTo>
                    <a:pt x="351366" y="1266613"/>
                  </a:lnTo>
                  <a:lnTo>
                    <a:pt x="391570" y="1287535"/>
                  </a:lnTo>
                  <a:lnTo>
                    <a:pt x="433286" y="1305996"/>
                  </a:lnTo>
                  <a:lnTo>
                    <a:pt x="476408" y="1321895"/>
                  </a:lnTo>
                  <a:lnTo>
                    <a:pt x="520832" y="1335129"/>
                  </a:lnTo>
                  <a:lnTo>
                    <a:pt x="566451" y="1345599"/>
                  </a:lnTo>
                  <a:lnTo>
                    <a:pt x="613159" y="1353203"/>
                  </a:lnTo>
                  <a:lnTo>
                    <a:pt x="660851" y="1357840"/>
                  </a:lnTo>
                  <a:lnTo>
                    <a:pt x="709422" y="1359408"/>
                  </a:lnTo>
                  <a:lnTo>
                    <a:pt x="757992" y="1357840"/>
                  </a:lnTo>
                  <a:lnTo>
                    <a:pt x="805684" y="1353203"/>
                  </a:lnTo>
                  <a:lnTo>
                    <a:pt x="852392" y="1345599"/>
                  </a:lnTo>
                  <a:lnTo>
                    <a:pt x="898011" y="1335129"/>
                  </a:lnTo>
                  <a:lnTo>
                    <a:pt x="942435" y="1321895"/>
                  </a:lnTo>
                  <a:lnTo>
                    <a:pt x="985557" y="1305996"/>
                  </a:lnTo>
                  <a:lnTo>
                    <a:pt x="1027273" y="1287535"/>
                  </a:lnTo>
                  <a:lnTo>
                    <a:pt x="1067477" y="1266613"/>
                  </a:lnTo>
                  <a:lnTo>
                    <a:pt x="1106063" y="1243330"/>
                  </a:lnTo>
                  <a:lnTo>
                    <a:pt x="1142925" y="1217789"/>
                  </a:lnTo>
                  <a:lnTo>
                    <a:pt x="1177958" y="1190090"/>
                  </a:lnTo>
                  <a:lnTo>
                    <a:pt x="1211056" y="1160335"/>
                  </a:lnTo>
                  <a:lnTo>
                    <a:pt x="1242113" y="1128624"/>
                  </a:lnTo>
                  <a:lnTo>
                    <a:pt x="1271024" y="1095060"/>
                  </a:lnTo>
                  <a:lnTo>
                    <a:pt x="1297683" y="1059742"/>
                  </a:lnTo>
                  <a:lnTo>
                    <a:pt x="1321985" y="1022773"/>
                  </a:lnTo>
                  <a:lnTo>
                    <a:pt x="1343823" y="984253"/>
                  </a:lnTo>
                  <a:lnTo>
                    <a:pt x="1363092" y="944284"/>
                  </a:lnTo>
                  <a:lnTo>
                    <a:pt x="1379687" y="902967"/>
                  </a:lnTo>
                  <a:lnTo>
                    <a:pt x="1393502" y="860403"/>
                  </a:lnTo>
                  <a:lnTo>
                    <a:pt x="1404430" y="816694"/>
                  </a:lnTo>
                  <a:lnTo>
                    <a:pt x="1412367" y="771940"/>
                  </a:lnTo>
                  <a:lnTo>
                    <a:pt x="1417207" y="726243"/>
                  </a:lnTo>
                  <a:lnTo>
                    <a:pt x="1418844" y="679704"/>
                  </a:lnTo>
                  <a:lnTo>
                    <a:pt x="1417207" y="633164"/>
                  </a:lnTo>
                  <a:lnTo>
                    <a:pt x="1412367" y="587467"/>
                  </a:lnTo>
                  <a:lnTo>
                    <a:pt x="1404430" y="542713"/>
                  </a:lnTo>
                  <a:lnTo>
                    <a:pt x="1393502" y="499004"/>
                  </a:lnTo>
                  <a:lnTo>
                    <a:pt x="1379687" y="456440"/>
                  </a:lnTo>
                  <a:lnTo>
                    <a:pt x="1363092" y="415123"/>
                  </a:lnTo>
                  <a:lnTo>
                    <a:pt x="1343823" y="375154"/>
                  </a:lnTo>
                  <a:lnTo>
                    <a:pt x="1321985" y="336634"/>
                  </a:lnTo>
                  <a:lnTo>
                    <a:pt x="1297683" y="299665"/>
                  </a:lnTo>
                  <a:lnTo>
                    <a:pt x="1271024" y="264347"/>
                  </a:lnTo>
                  <a:lnTo>
                    <a:pt x="1242113" y="230783"/>
                  </a:lnTo>
                  <a:lnTo>
                    <a:pt x="1211056" y="199072"/>
                  </a:lnTo>
                  <a:lnTo>
                    <a:pt x="1177958" y="169317"/>
                  </a:lnTo>
                  <a:lnTo>
                    <a:pt x="1142925" y="141618"/>
                  </a:lnTo>
                  <a:lnTo>
                    <a:pt x="1106063" y="116077"/>
                  </a:lnTo>
                  <a:lnTo>
                    <a:pt x="1067477" y="92794"/>
                  </a:lnTo>
                  <a:lnTo>
                    <a:pt x="1027273" y="71872"/>
                  </a:lnTo>
                  <a:lnTo>
                    <a:pt x="985557" y="53411"/>
                  </a:lnTo>
                  <a:lnTo>
                    <a:pt x="942435" y="37512"/>
                  </a:lnTo>
                  <a:lnTo>
                    <a:pt x="898011" y="24278"/>
                  </a:lnTo>
                  <a:lnTo>
                    <a:pt x="852392" y="13808"/>
                  </a:lnTo>
                  <a:lnTo>
                    <a:pt x="805684" y="6204"/>
                  </a:lnTo>
                  <a:lnTo>
                    <a:pt x="757992" y="1567"/>
                  </a:lnTo>
                  <a:lnTo>
                    <a:pt x="7094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46728" y="1696338"/>
            <a:ext cx="436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01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15434" y="2744851"/>
            <a:ext cx="4368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02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23359" y="4058539"/>
            <a:ext cx="436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03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46728" y="4829936"/>
            <a:ext cx="4368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04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49695" y="1318386"/>
            <a:ext cx="49352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Allows</a:t>
            </a:r>
            <a:r>
              <a:rPr sz="1800" b="1" spc="2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simultaneous</a:t>
            </a:r>
            <a:r>
              <a:rPr sz="1800" b="1" spc="20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running</a:t>
            </a:r>
            <a:r>
              <a:rPr sz="1800" b="1" spc="2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of</a:t>
            </a:r>
            <a:r>
              <a:rPr sz="1800" b="1" spc="2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tests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in</a:t>
            </a:r>
            <a:r>
              <a:rPr sz="1800" b="1" spc="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various</a:t>
            </a:r>
            <a:r>
              <a:rPr sz="1800" b="1" spc="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web</a:t>
            </a:r>
            <a:r>
              <a:rPr sz="1800" b="1" spc="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browsers,</a:t>
            </a:r>
            <a:r>
              <a:rPr sz="1800" b="1" spc="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environmen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ts</a:t>
            </a:r>
            <a:r>
              <a:rPr sz="1800" b="1" spc="-3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and</a:t>
            </a: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machines.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04813" y="2709417"/>
            <a:ext cx="310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Saves</a:t>
            </a:r>
            <a:r>
              <a:rPr sz="1800" b="1" spc="-5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time</a:t>
            </a:r>
            <a:r>
              <a:rPr sz="1800" b="1" spc="-5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enormously.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0396" y="3835654"/>
            <a:ext cx="49333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It</a:t>
            </a:r>
            <a:r>
              <a:rPr sz="18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speeds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up</a:t>
            </a:r>
            <a:r>
              <a:rPr sz="18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the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test</a:t>
            </a:r>
            <a:r>
              <a:rPr sz="1800" b="1" spc="-2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suite</a:t>
            </a:r>
            <a:r>
              <a:rPr sz="18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completion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time as it</a:t>
            </a:r>
            <a:r>
              <a:rPr sz="1800" b="1" spc="-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is</a:t>
            </a:r>
            <a:r>
              <a:rPr sz="1800" b="1" spc="-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capable of</a:t>
            </a:r>
            <a:r>
              <a:rPr sz="1800" b="1" spc="1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running</a:t>
            </a:r>
            <a:r>
              <a:rPr sz="1800" b="1" spc="1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variou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s</a:t>
            </a:r>
            <a:r>
              <a:rPr sz="1800" b="1" spc="-4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tests</a:t>
            </a:r>
            <a:r>
              <a:rPr sz="1800" b="1" spc="-3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in</a:t>
            </a:r>
            <a:r>
              <a:rPr sz="1800" b="1" spc="-2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parallel.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04813" y="5548071"/>
            <a:ext cx="401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Perform</a:t>
            </a:r>
            <a:r>
              <a:rPr sz="1800" b="1" spc="-7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cross</a:t>
            </a:r>
            <a:r>
              <a:rPr sz="1800" b="1" spc="-65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767070"/>
                </a:solidFill>
                <a:latin typeface="Verdana"/>
                <a:cs typeface="Verdana"/>
              </a:rPr>
              <a:t>browser</a:t>
            </a:r>
            <a:r>
              <a:rPr sz="1800" b="1" spc="-60" dirty="0">
                <a:solidFill>
                  <a:srgbClr val="76707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767070"/>
                </a:solidFill>
                <a:latin typeface="Verdana"/>
                <a:cs typeface="Verdana"/>
              </a:rPr>
              <a:t>testing.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69107" y="3351276"/>
            <a:ext cx="883919" cy="885444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You</a:t>
            </a:r>
            <a:r>
              <a:rPr spc="130" dirty="0"/>
              <a:t> </a:t>
            </a:r>
            <a:r>
              <a:rPr dirty="0"/>
              <a:t>should</a:t>
            </a:r>
            <a:r>
              <a:rPr spc="125" dirty="0"/>
              <a:t> </a:t>
            </a:r>
            <a:r>
              <a:rPr dirty="0"/>
              <a:t>use</a:t>
            </a:r>
            <a:r>
              <a:rPr spc="125" dirty="0"/>
              <a:t> </a:t>
            </a:r>
            <a:r>
              <a:rPr dirty="0"/>
              <a:t>Selenium</a:t>
            </a:r>
            <a:r>
              <a:rPr spc="135" dirty="0"/>
              <a:t> </a:t>
            </a:r>
            <a:r>
              <a:rPr dirty="0"/>
              <a:t>Grid</a:t>
            </a:r>
            <a:r>
              <a:rPr spc="125" dirty="0"/>
              <a:t> </a:t>
            </a:r>
            <a:r>
              <a:rPr dirty="0"/>
              <a:t>when</a:t>
            </a:r>
            <a:r>
              <a:rPr spc="120" dirty="0"/>
              <a:t> </a:t>
            </a:r>
            <a:r>
              <a:rPr dirty="0"/>
              <a:t>you</a:t>
            </a:r>
            <a:r>
              <a:rPr spc="125" dirty="0"/>
              <a:t> </a:t>
            </a:r>
            <a:r>
              <a:rPr dirty="0"/>
              <a:t>want</a:t>
            </a:r>
            <a:r>
              <a:rPr spc="120" dirty="0"/>
              <a:t> </a:t>
            </a:r>
            <a:r>
              <a:rPr dirty="0"/>
              <a:t>to</a:t>
            </a:r>
            <a:r>
              <a:rPr spc="125" dirty="0"/>
              <a:t> </a:t>
            </a:r>
            <a:r>
              <a:rPr dirty="0"/>
              <a:t>do</a:t>
            </a:r>
            <a:r>
              <a:rPr spc="125" dirty="0"/>
              <a:t> </a:t>
            </a:r>
            <a:r>
              <a:rPr dirty="0"/>
              <a:t>either</a:t>
            </a:r>
            <a:r>
              <a:rPr spc="130" dirty="0"/>
              <a:t> </a:t>
            </a:r>
            <a:r>
              <a:rPr dirty="0"/>
              <a:t>one</a:t>
            </a:r>
            <a:r>
              <a:rPr spc="125" dirty="0"/>
              <a:t> </a:t>
            </a:r>
            <a:r>
              <a:rPr dirty="0"/>
              <a:t>or</a:t>
            </a:r>
            <a:r>
              <a:rPr spc="125" dirty="0"/>
              <a:t> </a:t>
            </a:r>
            <a:r>
              <a:rPr spc="-20" dirty="0"/>
              <a:t>both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following:</a:t>
            </a:r>
          </a:p>
          <a:p>
            <a:pPr marL="12700" marR="5080" algn="just">
              <a:lnSpc>
                <a:spcPct val="100000"/>
              </a:lnSpc>
              <a:spcBef>
                <a:spcPts val="2400"/>
              </a:spcBef>
            </a:pPr>
            <a:r>
              <a:rPr dirty="0"/>
              <a:t>When</a:t>
            </a:r>
            <a:r>
              <a:rPr spc="80" dirty="0"/>
              <a:t> </a:t>
            </a:r>
            <a:r>
              <a:rPr dirty="0"/>
              <a:t>you</a:t>
            </a:r>
            <a:r>
              <a:rPr spc="80" dirty="0"/>
              <a:t> </a:t>
            </a:r>
            <a:r>
              <a:rPr dirty="0"/>
              <a:t>run</a:t>
            </a:r>
            <a:r>
              <a:rPr spc="90" dirty="0"/>
              <a:t> </a:t>
            </a:r>
            <a:r>
              <a:rPr dirty="0"/>
              <a:t>your</a:t>
            </a:r>
            <a:r>
              <a:rPr spc="85" dirty="0"/>
              <a:t> </a:t>
            </a:r>
            <a:r>
              <a:rPr dirty="0"/>
              <a:t>tests</a:t>
            </a:r>
            <a:r>
              <a:rPr spc="90" dirty="0"/>
              <a:t> </a:t>
            </a:r>
            <a:r>
              <a:rPr dirty="0"/>
              <a:t>against</a:t>
            </a:r>
            <a:r>
              <a:rPr spc="90" dirty="0"/>
              <a:t> </a:t>
            </a:r>
            <a:r>
              <a:rPr dirty="0"/>
              <a:t>various</a:t>
            </a:r>
            <a:r>
              <a:rPr spc="90" dirty="0"/>
              <a:t> </a:t>
            </a:r>
            <a:r>
              <a:rPr dirty="0">
                <a:solidFill>
                  <a:srgbClr val="767070"/>
                </a:solidFill>
              </a:rPr>
              <a:t>browsers</a:t>
            </a:r>
            <a:r>
              <a:rPr dirty="0"/>
              <a:t>,</a:t>
            </a:r>
            <a:r>
              <a:rPr spc="95" dirty="0"/>
              <a:t> </a:t>
            </a:r>
            <a:r>
              <a:rPr dirty="0">
                <a:solidFill>
                  <a:srgbClr val="767070"/>
                </a:solidFill>
              </a:rPr>
              <a:t>operating</a:t>
            </a:r>
            <a:r>
              <a:rPr spc="95" dirty="0">
                <a:solidFill>
                  <a:srgbClr val="767070"/>
                </a:solidFill>
              </a:rPr>
              <a:t> </a:t>
            </a:r>
            <a:r>
              <a:rPr spc="-10" dirty="0">
                <a:solidFill>
                  <a:srgbClr val="767070"/>
                </a:solidFill>
              </a:rPr>
              <a:t>systems</a:t>
            </a:r>
            <a:r>
              <a:rPr spc="-10" dirty="0"/>
              <a:t>, </a:t>
            </a:r>
            <a:r>
              <a:rPr dirty="0"/>
              <a:t>and</a:t>
            </a:r>
            <a:r>
              <a:rPr spc="5" dirty="0"/>
              <a:t> </a:t>
            </a:r>
            <a:r>
              <a:rPr dirty="0">
                <a:solidFill>
                  <a:srgbClr val="767070"/>
                </a:solidFill>
              </a:rPr>
              <a:t>machines</a:t>
            </a:r>
            <a:r>
              <a:rPr spc="5" dirty="0">
                <a:solidFill>
                  <a:srgbClr val="767070"/>
                </a:solidFill>
              </a:rPr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at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same</a:t>
            </a:r>
            <a:r>
              <a:rPr spc="20" dirty="0"/>
              <a:t> </a:t>
            </a:r>
            <a:r>
              <a:rPr dirty="0"/>
              <a:t>time.</a:t>
            </a:r>
            <a:r>
              <a:rPr spc="10" dirty="0"/>
              <a:t> </a:t>
            </a:r>
            <a:r>
              <a:rPr dirty="0"/>
              <a:t>This</a:t>
            </a:r>
            <a:r>
              <a:rPr spc="10" dirty="0"/>
              <a:t> </a:t>
            </a:r>
            <a:r>
              <a:rPr dirty="0"/>
              <a:t>will</a:t>
            </a:r>
            <a:r>
              <a:rPr spc="10" dirty="0"/>
              <a:t> </a:t>
            </a:r>
            <a:r>
              <a:rPr dirty="0"/>
              <a:t>ensure</a:t>
            </a:r>
            <a:r>
              <a:rPr spc="10" dirty="0"/>
              <a:t> </a:t>
            </a:r>
            <a:r>
              <a:rPr dirty="0"/>
              <a:t>that</a:t>
            </a:r>
            <a:r>
              <a:rPr spc="1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10" dirty="0"/>
              <a:t>application </a:t>
            </a:r>
            <a:r>
              <a:rPr dirty="0"/>
              <a:t>you</a:t>
            </a:r>
            <a:r>
              <a:rPr spc="40" dirty="0"/>
              <a:t>  </a:t>
            </a:r>
            <a:r>
              <a:rPr dirty="0"/>
              <a:t>are</a:t>
            </a:r>
            <a:r>
              <a:rPr spc="50" dirty="0"/>
              <a:t>  </a:t>
            </a:r>
            <a:r>
              <a:rPr dirty="0"/>
              <a:t>testing</a:t>
            </a:r>
            <a:r>
              <a:rPr spc="50" dirty="0"/>
              <a:t>  </a:t>
            </a:r>
            <a:r>
              <a:rPr dirty="0"/>
              <a:t>is</a:t>
            </a:r>
            <a:r>
              <a:rPr spc="40" dirty="0"/>
              <a:t>  </a:t>
            </a:r>
            <a:r>
              <a:rPr dirty="0"/>
              <a:t>fully</a:t>
            </a:r>
            <a:r>
              <a:rPr spc="55" dirty="0"/>
              <a:t>  </a:t>
            </a:r>
            <a:r>
              <a:rPr dirty="0"/>
              <a:t>compatible</a:t>
            </a:r>
            <a:r>
              <a:rPr spc="40" dirty="0"/>
              <a:t>  </a:t>
            </a:r>
            <a:r>
              <a:rPr dirty="0"/>
              <a:t>with</a:t>
            </a:r>
            <a:r>
              <a:rPr spc="55" dirty="0"/>
              <a:t>  </a:t>
            </a:r>
            <a:r>
              <a:rPr dirty="0"/>
              <a:t>a</a:t>
            </a:r>
            <a:r>
              <a:rPr spc="50" dirty="0"/>
              <a:t>  </a:t>
            </a:r>
            <a:r>
              <a:rPr dirty="0"/>
              <a:t>wide</a:t>
            </a:r>
            <a:r>
              <a:rPr spc="45" dirty="0"/>
              <a:t>  </a:t>
            </a:r>
            <a:r>
              <a:rPr dirty="0"/>
              <a:t>range</a:t>
            </a:r>
            <a:r>
              <a:rPr spc="50" dirty="0"/>
              <a:t>  </a:t>
            </a:r>
            <a:r>
              <a:rPr dirty="0"/>
              <a:t>of</a:t>
            </a:r>
            <a:r>
              <a:rPr spc="45" dirty="0"/>
              <a:t>  </a:t>
            </a:r>
            <a:r>
              <a:rPr spc="-10" dirty="0"/>
              <a:t>browser </a:t>
            </a:r>
            <a:r>
              <a:rPr dirty="0"/>
              <a:t>operating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spc="-10" dirty="0"/>
              <a:t>combinations.</a:t>
            </a:r>
          </a:p>
          <a:p>
            <a:pPr marL="12700" marR="7620" algn="just">
              <a:lnSpc>
                <a:spcPct val="100000"/>
              </a:lnSpc>
            </a:pPr>
            <a:r>
              <a:rPr dirty="0"/>
              <a:t>Save</a:t>
            </a:r>
            <a:r>
              <a:rPr spc="100" dirty="0"/>
              <a:t> </a:t>
            </a:r>
            <a:r>
              <a:rPr dirty="0"/>
              <a:t>execution</a:t>
            </a:r>
            <a:r>
              <a:rPr spc="110" dirty="0"/>
              <a:t> </a:t>
            </a:r>
            <a:r>
              <a:rPr dirty="0"/>
              <a:t>time</a:t>
            </a:r>
            <a:r>
              <a:rPr spc="95" dirty="0"/>
              <a:t> </a:t>
            </a:r>
            <a:r>
              <a:rPr dirty="0"/>
              <a:t>of</a:t>
            </a:r>
            <a:r>
              <a:rPr spc="110" dirty="0"/>
              <a:t> </a:t>
            </a:r>
            <a:r>
              <a:rPr dirty="0"/>
              <a:t>your</a:t>
            </a:r>
            <a:r>
              <a:rPr spc="105" dirty="0"/>
              <a:t> </a:t>
            </a:r>
            <a:r>
              <a:rPr dirty="0"/>
              <a:t>test</a:t>
            </a:r>
            <a:r>
              <a:rPr spc="105" dirty="0"/>
              <a:t> </a:t>
            </a:r>
            <a:r>
              <a:rPr dirty="0"/>
              <a:t>suites.</a:t>
            </a:r>
            <a:r>
              <a:rPr spc="100" dirty="0"/>
              <a:t> </a:t>
            </a:r>
            <a:r>
              <a:rPr dirty="0"/>
              <a:t>If</a:t>
            </a:r>
            <a:r>
              <a:rPr spc="114" dirty="0"/>
              <a:t> </a:t>
            </a:r>
            <a:r>
              <a:rPr dirty="0"/>
              <a:t>you</a:t>
            </a:r>
            <a:r>
              <a:rPr spc="110" dirty="0"/>
              <a:t> </a:t>
            </a:r>
            <a:r>
              <a:rPr dirty="0"/>
              <a:t>set</a:t>
            </a:r>
            <a:r>
              <a:rPr spc="105" dirty="0"/>
              <a:t> </a:t>
            </a:r>
            <a:r>
              <a:rPr dirty="0"/>
              <a:t>up</a:t>
            </a:r>
            <a:r>
              <a:rPr spc="105" dirty="0"/>
              <a:t> </a:t>
            </a:r>
            <a:r>
              <a:rPr dirty="0"/>
              <a:t>Selenium</a:t>
            </a:r>
            <a:r>
              <a:rPr spc="114" dirty="0"/>
              <a:t> </a:t>
            </a:r>
            <a:r>
              <a:rPr dirty="0"/>
              <a:t>Grid</a:t>
            </a:r>
            <a:r>
              <a:rPr spc="100" dirty="0"/>
              <a:t> </a:t>
            </a:r>
            <a:r>
              <a:rPr spc="-25" dirty="0"/>
              <a:t>to </a:t>
            </a:r>
            <a:r>
              <a:rPr dirty="0"/>
              <a:t>run,</a:t>
            </a:r>
            <a:r>
              <a:rPr spc="160" dirty="0"/>
              <a:t> </a:t>
            </a:r>
            <a:r>
              <a:rPr dirty="0"/>
              <a:t>say,</a:t>
            </a:r>
            <a:r>
              <a:rPr spc="160" dirty="0"/>
              <a:t> </a:t>
            </a:r>
            <a:r>
              <a:rPr dirty="0"/>
              <a:t>5</a:t>
            </a:r>
            <a:r>
              <a:rPr spc="155" dirty="0"/>
              <a:t> </a:t>
            </a:r>
            <a:r>
              <a:rPr dirty="0"/>
              <a:t>tests</a:t>
            </a:r>
            <a:r>
              <a:rPr spc="165" dirty="0"/>
              <a:t> </a:t>
            </a:r>
            <a:r>
              <a:rPr dirty="0"/>
              <a:t>at</a:t>
            </a:r>
            <a:r>
              <a:rPr spc="150" dirty="0"/>
              <a:t> </a:t>
            </a:r>
            <a:r>
              <a:rPr dirty="0"/>
              <a:t>a</a:t>
            </a:r>
            <a:r>
              <a:rPr spc="155" dirty="0"/>
              <a:t> </a:t>
            </a:r>
            <a:r>
              <a:rPr dirty="0"/>
              <a:t>time,</a:t>
            </a:r>
            <a:r>
              <a:rPr spc="165" dirty="0"/>
              <a:t> </a:t>
            </a:r>
            <a:r>
              <a:rPr dirty="0"/>
              <a:t>then</a:t>
            </a:r>
            <a:r>
              <a:rPr spc="165" dirty="0"/>
              <a:t> </a:t>
            </a:r>
            <a:r>
              <a:rPr dirty="0"/>
              <a:t>you</a:t>
            </a:r>
            <a:r>
              <a:rPr spc="160" dirty="0"/>
              <a:t> </a:t>
            </a:r>
            <a:r>
              <a:rPr dirty="0"/>
              <a:t>would</a:t>
            </a:r>
            <a:r>
              <a:rPr spc="170" dirty="0"/>
              <a:t> </a:t>
            </a:r>
            <a:r>
              <a:rPr dirty="0"/>
              <a:t>be</a:t>
            </a:r>
            <a:r>
              <a:rPr spc="150" dirty="0"/>
              <a:t> </a:t>
            </a:r>
            <a:r>
              <a:rPr dirty="0"/>
              <a:t>able</a:t>
            </a:r>
            <a:r>
              <a:rPr spc="140" dirty="0"/>
              <a:t> </a:t>
            </a:r>
            <a:r>
              <a:rPr dirty="0"/>
              <a:t>to</a:t>
            </a:r>
            <a:r>
              <a:rPr spc="165" dirty="0"/>
              <a:t> </a:t>
            </a:r>
            <a:r>
              <a:rPr dirty="0"/>
              <a:t>finish</a:t>
            </a:r>
            <a:r>
              <a:rPr spc="170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spc="-10" dirty="0"/>
              <a:t>whole </a:t>
            </a:r>
            <a:r>
              <a:rPr dirty="0"/>
              <a:t>suite</a:t>
            </a:r>
            <a:r>
              <a:rPr spc="-30" dirty="0"/>
              <a:t> </a:t>
            </a:r>
            <a:r>
              <a:rPr dirty="0"/>
              <a:t>around</a:t>
            </a:r>
            <a:r>
              <a:rPr spc="-30" dirty="0"/>
              <a:t> </a:t>
            </a:r>
            <a:r>
              <a:rPr dirty="0"/>
              <a:t>5</a:t>
            </a:r>
            <a:r>
              <a:rPr spc="-25" dirty="0"/>
              <a:t> </a:t>
            </a:r>
            <a:r>
              <a:rPr dirty="0"/>
              <a:t>times</a:t>
            </a:r>
            <a:r>
              <a:rPr spc="-35" dirty="0"/>
              <a:t> </a:t>
            </a:r>
            <a:r>
              <a:rPr spc="-10" dirty="0"/>
              <a:t>faster.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881" rIns="0" bIns="0" rtlCol="0">
            <a:spAutoFit/>
          </a:bodyPr>
          <a:lstStyle/>
          <a:p>
            <a:pPr marL="220218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use</a:t>
            </a:r>
            <a:r>
              <a:rPr spc="-20" dirty="0"/>
              <a:t> </a:t>
            </a:r>
            <a:r>
              <a:rPr dirty="0"/>
              <a:t>Selenium</a:t>
            </a:r>
            <a:r>
              <a:rPr spc="-25" dirty="0"/>
              <a:t> </a:t>
            </a:r>
            <a:r>
              <a:rPr spc="-20" dirty="0"/>
              <a:t>Grid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800" y="968755"/>
            <a:ext cx="10606405" cy="524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Selenium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works</a:t>
            </a:r>
            <a:r>
              <a:rPr sz="2400" b="1" spc="15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with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different</a:t>
            </a:r>
            <a:r>
              <a:rPr sz="2400" b="1" spc="1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Operating</a:t>
            </a:r>
            <a:r>
              <a:rPr sz="2400" b="1" spc="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systems,</a:t>
            </a:r>
            <a:r>
              <a:rPr sz="2400" b="1" spc="14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browsers,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programming</a:t>
            </a:r>
            <a:r>
              <a:rPr sz="2400" b="1" spc="-11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languages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and</a:t>
            </a:r>
            <a:r>
              <a:rPr sz="2400" b="1" spc="-10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Testing</a:t>
            </a:r>
            <a:r>
              <a:rPr sz="2400" b="1" spc="-7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Frameworks.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Operating</a:t>
            </a:r>
            <a:r>
              <a:rPr sz="2400" b="1" spc="-5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Systems: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Microsoft</a:t>
            </a:r>
            <a:r>
              <a:rPr sz="2400" b="1" spc="-1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Windows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Macintosh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Linux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Browsers: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Mozilla</a:t>
            </a:r>
            <a:r>
              <a:rPr sz="2400" b="1" spc="-7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Firefox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Google</a:t>
            </a:r>
            <a:r>
              <a:rPr sz="2400" b="1" spc="-5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Chrome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Internet</a:t>
            </a:r>
            <a:r>
              <a:rPr sz="2400" b="1" spc="-90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Explorer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spc="-10" dirty="0">
                <a:solidFill>
                  <a:srgbClr val="2E5496"/>
                </a:solidFill>
                <a:latin typeface="Verdana"/>
                <a:cs typeface="Verdana"/>
              </a:rPr>
              <a:t>Safari</a:t>
            </a:r>
            <a:endParaRPr sz="2400">
              <a:latin typeface="Verdana"/>
              <a:cs typeface="Verdana"/>
            </a:endParaRPr>
          </a:p>
          <a:p>
            <a:pPr marL="927100" indent="-457200">
              <a:lnSpc>
                <a:spcPct val="100000"/>
              </a:lnSpc>
              <a:buFont typeface="Wingdings"/>
              <a:buChar char=""/>
              <a:tabLst>
                <a:tab pos="927100" algn="l"/>
              </a:tabLst>
            </a:pPr>
            <a:r>
              <a:rPr sz="2400" b="1" dirty="0">
                <a:solidFill>
                  <a:srgbClr val="2E5496"/>
                </a:solidFill>
                <a:latin typeface="Verdana"/>
                <a:cs typeface="Verdana"/>
              </a:rPr>
              <a:t>Opera </a:t>
            </a:r>
            <a:r>
              <a:rPr sz="2400" b="1" spc="-20" dirty="0">
                <a:solidFill>
                  <a:srgbClr val="2E5496"/>
                </a:solidFill>
                <a:latin typeface="Verdana"/>
                <a:cs typeface="Verdana"/>
              </a:rPr>
              <a:t>etc.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3929" y="166192"/>
            <a:ext cx="76492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Platforms</a:t>
            </a:r>
            <a:r>
              <a:rPr spc="-25" dirty="0"/>
              <a:t> </a:t>
            </a:r>
            <a:r>
              <a:rPr dirty="0"/>
              <a:t>supported</a:t>
            </a:r>
            <a:r>
              <a:rPr spc="-55" dirty="0"/>
              <a:t> </a:t>
            </a:r>
            <a:r>
              <a:rPr dirty="0"/>
              <a:t>by</a:t>
            </a:r>
            <a:r>
              <a:rPr spc="-15" dirty="0"/>
              <a:t> </a:t>
            </a:r>
            <a:r>
              <a:rPr spc="-10" dirty="0"/>
              <a:t>Selenium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6473" y="1603628"/>
            <a:ext cx="35166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55A11"/>
                </a:solidFill>
                <a:latin typeface="Verdana"/>
                <a:cs typeface="Verdana"/>
              </a:rPr>
              <a:t>Testing</a:t>
            </a:r>
            <a:r>
              <a:rPr sz="2400" b="1" spc="-110" dirty="0">
                <a:solidFill>
                  <a:srgbClr val="C55A11"/>
                </a:solidFill>
                <a:latin typeface="Verdana"/>
                <a:cs typeface="Verdana"/>
              </a:rPr>
              <a:t> </a:t>
            </a:r>
            <a:r>
              <a:rPr sz="2400" b="1" spc="-10" dirty="0">
                <a:solidFill>
                  <a:srgbClr val="C55A11"/>
                </a:solidFill>
                <a:latin typeface="Verdana"/>
                <a:cs typeface="Verdana"/>
              </a:rPr>
              <a:t>Frameworks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43673" y="1908000"/>
            <a:ext cx="4048125" cy="18542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95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C#.Net</a:t>
            </a:r>
            <a:r>
              <a:rPr sz="2000" b="1" spc="-3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–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NUnit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Java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– JUnit or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TestNG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–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unittest,</a:t>
            </a: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pyunit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PHP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–</a:t>
            </a:r>
            <a:r>
              <a:rPr sz="2000" b="1" spc="-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Behat</a:t>
            </a:r>
            <a:r>
              <a:rPr sz="2000" b="1" spc="-15" dirty="0">
                <a:solidFill>
                  <a:srgbClr val="2E5496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2E5496"/>
                </a:solidFill>
                <a:latin typeface="Verdana"/>
                <a:cs typeface="Verdana"/>
              </a:rPr>
              <a:t>+ </a:t>
            </a: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mink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43457" y="1595754"/>
            <a:ext cx="430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55A11"/>
                </a:solidFill>
              </a:rPr>
              <a:t>Programming</a:t>
            </a:r>
            <a:r>
              <a:rPr sz="2400" spc="-80" dirty="0">
                <a:solidFill>
                  <a:srgbClr val="C55A11"/>
                </a:solidFill>
              </a:rPr>
              <a:t> </a:t>
            </a:r>
            <a:r>
              <a:rPr sz="2400" spc="-10" dirty="0">
                <a:solidFill>
                  <a:srgbClr val="C55A11"/>
                </a:solidFill>
              </a:rPr>
              <a:t>Languages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400936" y="1898961"/>
            <a:ext cx="1487805" cy="27705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5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Java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C#.Net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Perl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10" dirty="0">
                <a:solidFill>
                  <a:srgbClr val="2E5496"/>
                </a:solidFill>
                <a:latin typeface="Verdana"/>
                <a:cs typeface="Verdana"/>
              </a:rPr>
              <a:t>Python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20" dirty="0">
                <a:solidFill>
                  <a:srgbClr val="2E5496"/>
                </a:solidFill>
                <a:latin typeface="Verdana"/>
                <a:cs typeface="Verdana"/>
              </a:rPr>
              <a:t>Ruby</a:t>
            </a:r>
            <a:endParaRPr sz="20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69265" algn="l"/>
              </a:tabLst>
            </a:pPr>
            <a:r>
              <a:rPr sz="2000" b="1" spc="-25" dirty="0">
                <a:solidFill>
                  <a:srgbClr val="2E5496"/>
                </a:solidFill>
                <a:latin typeface="Verdana"/>
                <a:cs typeface="Verdana"/>
              </a:rPr>
              <a:t>PHP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4379" y="166192"/>
            <a:ext cx="5547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Advantages</a:t>
            </a:r>
            <a:r>
              <a:rPr sz="3200" b="1" spc="-50" dirty="0">
                <a:solidFill>
                  <a:srgbClr val="1F3863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1F3863"/>
                </a:solidFill>
                <a:latin typeface="Verdana"/>
                <a:cs typeface="Verdana"/>
              </a:rPr>
              <a:t>of</a:t>
            </a:r>
            <a:r>
              <a:rPr sz="3200" b="1" spc="-10" dirty="0">
                <a:solidFill>
                  <a:srgbClr val="1F3863"/>
                </a:solidFill>
                <a:latin typeface="Verdana"/>
                <a:cs typeface="Verdana"/>
              </a:rPr>
              <a:t> Selenium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8671" y="1700783"/>
            <a:ext cx="968375" cy="946785"/>
            <a:chOff x="1028671" y="1700783"/>
            <a:chExt cx="968375" cy="946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71" y="1703677"/>
              <a:ext cx="967769" cy="9435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63751" y="1700783"/>
              <a:ext cx="893444" cy="868680"/>
            </a:xfrm>
            <a:custGeom>
              <a:avLst/>
              <a:gdLst/>
              <a:ahLst/>
              <a:cxnLst/>
              <a:rect l="l" t="t" r="r" b="b"/>
              <a:pathLst>
                <a:path w="893444" h="868680">
                  <a:moveTo>
                    <a:pt x="446531" y="0"/>
                  </a:moveTo>
                  <a:lnTo>
                    <a:pt x="397878" y="2548"/>
                  </a:lnTo>
                  <a:lnTo>
                    <a:pt x="350741" y="10016"/>
                  </a:lnTo>
                  <a:lnTo>
                    <a:pt x="305394" y="22140"/>
                  </a:lnTo>
                  <a:lnTo>
                    <a:pt x="262110" y="38654"/>
                  </a:lnTo>
                  <a:lnTo>
                    <a:pt x="221160" y="59294"/>
                  </a:lnTo>
                  <a:lnTo>
                    <a:pt x="182817" y="83795"/>
                  </a:lnTo>
                  <a:lnTo>
                    <a:pt x="147354" y="111892"/>
                  </a:lnTo>
                  <a:lnTo>
                    <a:pt x="115043" y="143320"/>
                  </a:lnTo>
                  <a:lnTo>
                    <a:pt x="86155" y="177814"/>
                  </a:lnTo>
                  <a:lnTo>
                    <a:pt x="60965" y="215109"/>
                  </a:lnTo>
                  <a:lnTo>
                    <a:pt x="39744" y="254941"/>
                  </a:lnTo>
                  <a:lnTo>
                    <a:pt x="22764" y="297045"/>
                  </a:lnTo>
                  <a:lnTo>
                    <a:pt x="10299" y="341156"/>
                  </a:lnTo>
                  <a:lnTo>
                    <a:pt x="2620" y="387009"/>
                  </a:lnTo>
                  <a:lnTo>
                    <a:pt x="0" y="434339"/>
                  </a:lnTo>
                  <a:lnTo>
                    <a:pt x="2620" y="481670"/>
                  </a:lnTo>
                  <a:lnTo>
                    <a:pt x="10299" y="527523"/>
                  </a:lnTo>
                  <a:lnTo>
                    <a:pt x="22764" y="571634"/>
                  </a:lnTo>
                  <a:lnTo>
                    <a:pt x="39744" y="613738"/>
                  </a:lnTo>
                  <a:lnTo>
                    <a:pt x="60965" y="653570"/>
                  </a:lnTo>
                  <a:lnTo>
                    <a:pt x="86155" y="690865"/>
                  </a:lnTo>
                  <a:lnTo>
                    <a:pt x="115043" y="725359"/>
                  </a:lnTo>
                  <a:lnTo>
                    <a:pt x="147354" y="756787"/>
                  </a:lnTo>
                  <a:lnTo>
                    <a:pt x="182817" y="784884"/>
                  </a:lnTo>
                  <a:lnTo>
                    <a:pt x="221160" y="809385"/>
                  </a:lnTo>
                  <a:lnTo>
                    <a:pt x="262110" y="830025"/>
                  </a:lnTo>
                  <a:lnTo>
                    <a:pt x="305394" y="846539"/>
                  </a:lnTo>
                  <a:lnTo>
                    <a:pt x="350741" y="858663"/>
                  </a:lnTo>
                  <a:lnTo>
                    <a:pt x="397878" y="866131"/>
                  </a:lnTo>
                  <a:lnTo>
                    <a:pt x="446531" y="868679"/>
                  </a:lnTo>
                  <a:lnTo>
                    <a:pt x="495190" y="866131"/>
                  </a:lnTo>
                  <a:lnTo>
                    <a:pt x="542329" y="858663"/>
                  </a:lnTo>
                  <a:lnTo>
                    <a:pt x="587678" y="846539"/>
                  </a:lnTo>
                  <a:lnTo>
                    <a:pt x="630964" y="830025"/>
                  </a:lnTo>
                  <a:lnTo>
                    <a:pt x="671914" y="809385"/>
                  </a:lnTo>
                  <a:lnTo>
                    <a:pt x="710257" y="784884"/>
                  </a:lnTo>
                  <a:lnTo>
                    <a:pt x="745719" y="756787"/>
                  </a:lnTo>
                  <a:lnTo>
                    <a:pt x="778029" y="725359"/>
                  </a:lnTo>
                  <a:lnTo>
                    <a:pt x="806915" y="690865"/>
                  </a:lnTo>
                  <a:lnTo>
                    <a:pt x="832104" y="653570"/>
                  </a:lnTo>
                  <a:lnTo>
                    <a:pt x="853323" y="613738"/>
                  </a:lnTo>
                  <a:lnTo>
                    <a:pt x="870301" y="571634"/>
                  </a:lnTo>
                  <a:lnTo>
                    <a:pt x="882765" y="527523"/>
                  </a:lnTo>
                  <a:lnTo>
                    <a:pt x="890444" y="481670"/>
                  </a:lnTo>
                  <a:lnTo>
                    <a:pt x="893064" y="434339"/>
                  </a:lnTo>
                  <a:lnTo>
                    <a:pt x="890444" y="387009"/>
                  </a:lnTo>
                  <a:lnTo>
                    <a:pt x="882765" y="341156"/>
                  </a:lnTo>
                  <a:lnTo>
                    <a:pt x="870301" y="297045"/>
                  </a:lnTo>
                  <a:lnTo>
                    <a:pt x="853323" y="254941"/>
                  </a:lnTo>
                  <a:lnTo>
                    <a:pt x="832103" y="215109"/>
                  </a:lnTo>
                  <a:lnTo>
                    <a:pt x="806915" y="177814"/>
                  </a:lnTo>
                  <a:lnTo>
                    <a:pt x="778029" y="143320"/>
                  </a:lnTo>
                  <a:lnTo>
                    <a:pt x="745719" y="111892"/>
                  </a:lnTo>
                  <a:lnTo>
                    <a:pt x="710257" y="83795"/>
                  </a:lnTo>
                  <a:lnTo>
                    <a:pt x="671914" y="59294"/>
                  </a:lnTo>
                  <a:lnTo>
                    <a:pt x="630964" y="38654"/>
                  </a:lnTo>
                  <a:lnTo>
                    <a:pt x="587678" y="22140"/>
                  </a:lnTo>
                  <a:lnTo>
                    <a:pt x="542329" y="10016"/>
                  </a:lnTo>
                  <a:lnTo>
                    <a:pt x="495190" y="2548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45970" y="1751456"/>
            <a:ext cx="401955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</a:t>
            </a:r>
            <a:r>
              <a:rPr sz="1600" b="1" spc="-6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is</a:t>
            </a:r>
            <a:r>
              <a:rPr sz="1600" b="1" spc="-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an</a:t>
            </a:r>
            <a:r>
              <a:rPr sz="1600" b="1" spc="-5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Open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Source</a:t>
            </a:r>
            <a:r>
              <a:rPr sz="1600" b="1" spc="-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Software,</a:t>
            </a:r>
            <a:r>
              <a:rPr sz="1600" b="1" spc="-25" dirty="0">
                <a:solidFill>
                  <a:srgbClr val="585858"/>
                </a:solidFill>
                <a:latin typeface="Verdana"/>
                <a:cs typeface="Verdana"/>
              </a:rPr>
              <a:t> you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can</a:t>
            </a:r>
            <a:r>
              <a:rPr sz="1600" b="1" spc="-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check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out</a:t>
            </a:r>
            <a:r>
              <a:rPr sz="1600" b="1" spc="-4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its</a:t>
            </a:r>
            <a:r>
              <a:rPr sz="1600" b="1" spc="-4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source</a:t>
            </a:r>
            <a:r>
              <a:rPr sz="1600" b="1" spc="-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code</a:t>
            </a:r>
            <a:r>
              <a:rPr sz="1600" b="1" spc="-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585858"/>
                </a:solidFill>
                <a:latin typeface="Verdana"/>
                <a:cs typeface="Verdana"/>
              </a:rPr>
              <a:t>from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its</a:t>
            </a:r>
            <a:r>
              <a:rPr sz="1600" b="1" spc="-6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GitHub</a:t>
            </a:r>
            <a:r>
              <a:rPr sz="1600" b="1" spc="-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Verdana"/>
                <a:cs typeface="Verdana"/>
              </a:rPr>
              <a:t>Repository.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4516" y="1827657"/>
            <a:ext cx="350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24215" y="1702307"/>
            <a:ext cx="968375" cy="946785"/>
            <a:chOff x="6524215" y="1702307"/>
            <a:chExt cx="968375" cy="9467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4215" y="1705201"/>
              <a:ext cx="967769" cy="94358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559295" y="1702307"/>
              <a:ext cx="893444" cy="868680"/>
            </a:xfrm>
            <a:custGeom>
              <a:avLst/>
              <a:gdLst/>
              <a:ahLst/>
              <a:cxnLst/>
              <a:rect l="l" t="t" r="r" b="b"/>
              <a:pathLst>
                <a:path w="893445" h="868680">
                  <a:moveTo>
                    <a:pt x="446531" y="0"/>
                  </a:moveTo>
                  <a:lnTo>
                    <a:pt x="397873" y="2548"/>
                  </a:lnTo>
                  <a:lnTo>
                    <a:pt x="350734" y="10016"/>
                  </a:lnTo>
                  <a:lnTo>
                    <a:pt x="305385" y="22140"/>
                  </a:lnTo>
                  <a:lnTo>
                    <a:pt x="262099" y="38654"/>
                  </a:lnTo>
                  <a:lnTo>
                    <a:pt x="221149" y="59294"/>
                  </a:lnTo>
                  <a:lnTo>
                    <a:pt x="182806" y="83795"/>
                  </a:lnTo>
                  <a:lnTo>
                    <a:pt x="147344" y="111892"/>
                  </a:lnTo>
                  <a:lnTo>
                    <a:pt x="115034" y="143320"/>
                  </a:lnTo>
                  <a:lnTo>
                    <a:pt x="86148" y="177814"/>
                  </a:lnTo>
                  <a:lnTo>
                    <a:pt x="60960" y="215109"/>
                  </a:lnTo>
                  <a:lnTo>
                    <a:pt x="39740" y="254941"/>
                  </a:lnTo>
                  <a:lnTo>
                    <a:pt x="22762" y="297045"/>
                  </a:lnTo>
                  <a:lnTo>
                    <a:pt x="10298" y="341156"/>
                  </a:lnTo>
                  <a:lnTo>
                    <a:pt x="2619" y="387009"/>
                  </a:lnTo>
                  <a:lnTo>
                    <a:pt x="0" y="434339"/>
                  </a:lnTo>
                  <a:lnTo>
                    <a:pt x="2619" y="481670"/>
                  </a:lnTo>
                  <a:lnTo>
                    <a:pt x="10298" y="527523"/>
                  </a:lnTo>
                  <a:lnTo>
                    <a:pt x="22762" y="571634"/>
                  </a:lnTo>
                  <a:lnTo>
                    <a:pt x="39740" y="613738"/>
                  </a:lnTo>
                  <a:lnTo>
                    <a:pt x="60959" y="653570"/>
                  </a:lnTo>
                  <a:lnTo>
                    <a:pt x="86148" y="690865"/>
                  </a:lnTo>
                  <a:lnTo>
                    <a:pt x="115034" y="725359"/>
                  </a:lnTo>
                  <a:lnTo>
                    <a:pt x="147344" y="756787"/>
                  </a:lnTo>
                  <a:lnTo>
                    <a:pt x="182806" y="784884"/>
                  </a:lnTo>
                  <a:lnTo>
                    <a:pt x="221149" y="809385"/>
                  </a:lnTo>
                  <a:lnTo>
                    <a:pt x="262099" y="830025"/>
                  </a:lnTo>
                  <a:lnTo>
                    <a:pt x="305385" y="846539"/>
                  </a:lnTo>
                  <a:lnTo>
                    <a:pt x="350734" y="858663"/>
                  </a:lnTo>
                  <a:lnTo>
                    <a:pt x="397873" y="866131"/>
                  </a:lnTo>
                  <a:lnTo>
                    <a:pt x="446531" y="868679"/>
                  </a:lnTo>
                  <a:lnTo>
                    <a:pt x="495190" y="866131"/>
                  </a:lnTo>
                  <a:lnTo>
                    <a:pt x="542329" y="858663"/>
                  </a:lnTo>
                  <a:lnTo>
                    <a:pt x="587678" y="846539"/>
                  </a:lnTo>
                  <a:lnTo>
                    <a:pt x="630964" y="830025"/>
                  </a:lnTo>
                  <a:lnTo>
                    <a:pt x="671914" y="809385"/>
                  </a:lnTo>
                  <a:lnTo>
                    <a:pt x="710257" y="784884"/>
                  </a:lnTo>
                  <a:lnTo>
                    <a:pt x="745719" y="756787"/>
                  </a:lnTo>
                  <a:lnTo>
                    <a:pt x="778029" y="725359"/>
                  </a:lnTo>
                  <a:lnTo>
                    <a:pt x="806915" y="690865"/>
                  </a:lnTo>
                  <a:lnTo>
                    <a:pt x="832103" y="653570"/>
                  </a:lnTo>
                  <a:lnTo>
                    <a:pt x="853323" y="613738"/>
                  </a:lnTo>
                  <a:lnTo>
                    <a:pt x="870301" y="571634"/>
                  </a:lnTo>
                  <a:lnTo>
                    <a:pt x="882765" y="527523"/>
                  </a:lnTo>
                  <a:lnTo>
                    <a:pt x="890444" y="481670"/>
                  </a:lnTo>
                  <a:lnTo>
                    <a:pt x="893063" y="434339"/>
                  </a:lnTo>
                  <a:lnTo>
                    <a:pt x="890444" y="387009"/>
                  </a:lnTo>
                  <a:lnTo>
                    <a:pt x="882765" y="341156"/>
                  </a:lnTo>
                  <a:lnTo>
                    <a:pt x="870301" y="297045"/>
                  </a:lnTo>
                  <a:lnTo>
                    <a:pt x="853323" y="254941"/>
                  </a:lnTo>
                  <a:lnTo>
                    <a:pt x="832103" y="215109"/>
                  </a:lnTo>
                  <a:lnTo>
                    <a:pt x="806915" y="177814"/>
                  </a:lnTo>
                  <a:lnTo>
                    <a:pt x="778029" y="143320"/>
                  </a:lnTo>
                  <a:lnTo>
                    <a:pt x="745719" y="111892"/>
                  </a:lnTo>
                  <a:lnTo>
                    <a:pt x="710257" y="83795"/>
                  </a:lnTo>
                  <a:lnTo>
                    <a:pt x="671914" y="59294"/>
                  </a:lnTo>
                  <a:lnTo>
                    <a:pt x="630964" y="38654"/>
                  </a:lnTo>
                  <a:lnTo>
                    <a:pt x="587678" y="22140"/>
                  </a:lnTo>
                  <a:lnTo>
                    <a:pt x="542329" y="10016"/>
                  </a:lnTo>
                  <a:lnTo>
                    <a:pt x="495190" y="2548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543038" y="1843531"/>
            <a:ext cx="39293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</a:t>
            </a:r>
            <a:r>
              <a:rPr sz="1600" b="1" spc="-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supports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multiple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Verdana"/>
                <a:cs typeface="Verdana"/>
              </a:rPr>
              <a:t>Programming languages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9170" y="1842642"/>
            <a:ext cx="350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8671" y="3055620"/>
            <a:ext cx="968375" cy="948055"/>
            <a:chOff x="1028671" y="3055620"/>
            <a:chExt cx="968375" cy="9480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71" y="3058541"/>
              <a:ext cx="967769" cy="9450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63751" y="3055620"/>
              <a:ext cx="893444" cy="870585"/>
            </a:xfrm>
            <a:custGeom>
              <a:avLst/>
              <a:gdLst/>
              <a:ahLst/>
              <a:cxnLst/>
              <a:rect l="l" t="t" r="r" b="b"/>
              <a:pathLst>
                <a:path w="893444" h="870585">
                  <a:moveTo>
                    <a:pt x="446531" y="0"/>
                  </a:moveTo>
                  <a:lnTo>
                    <a:pt x="397878" y="2553"/>
                  </a:lnTo>
                  <a:lnTo>
                    <a:pt x="350741" y="10036"/>
                  </a:lnTo>
                  <a:lnTo>
                    <a:pt x="305394" y="22183"/>
                  </a:lnTo>
                  <a:lnTo>
                    <a:pt x="262110" y="38729"/>
                  </a:lnTo>
                  <a:lnTo>
                    <a:pt x="221160" y="59407"/>
                  </a:lnTo>
                  <a:lnTo>
                    <a:pt x="182817" y="83954"/>
                  </a:lnTo>
                  <a:lnTo>
                    <a:pt x="147354" y="112102"/>
                  </a:lnTo>
                  <a:lnTo>
                    <a:pt x="115043" y="143587"/>
                  </a:lnTo>
                  <a:lnTo>
                    <a:pt x="86155" y="178143"/>
                  </a:lnTo>
                  <a:lnTo>
                    <a:pt x="60965" y="215504"/>
                  </a:lnTo>
                  <a:lnTo>
                    <a:pt x="39744" y="255406"/>
                  </a:lnTo>
                  <a:lnTo>
                    <a:pt x="22764" y="297582"/>
                  </a:lnTo>
                  <a:lnTo>
                    <a:pt x="10299" y="341767"/>
                  </a:lnTo>
                  <a:lnTo>
                    <a:pt x="2620" y="387695"/>
                  </a:lnTo>
                  <a:lnTo>
                    <a:pt x="0" y="435101"/>
                  </a:lnTo>
                  <a:lnTo>
                    <a:pt x="2620" y="482508"/>
                  </a:lnTo>
                  <a:lnTo>
                    <a:pt x="10299" y="528436"/>
                  </a:lnTo>
                  <a:lnTo>
                    <a:pt x="22764" y="572621"/>
                  </a:lnTo>
                  <a:lnTo>
                    <a:pt x="39744" y="614797"/>
                  </a:lnTo>
                  <a:lnTo>
                    <a:pt x="60965" y="654699"/>
                  </a:lnTo>
                  <a:lnTo>
                    <a:pt x="86155" y="692060"/>
                  </a:lnTo>
                  <a:lnTo>
                    <a:pt x="115043" y="726616"/>
                  </a:lnTo>
                  <a:lnTo>
                    <a:pt x="147354" y="758101"/>
                  </a:lnTo>
                  <a:lnTo>
                    <a:pt x="182817" y="786249"/>
                  </a:lnTo>
                  <a:lnTo>
                    <a:pt x="221160" y="810796"/>
                  </a:lnTo>
                  <a:lnTo>
                    <a:pt x="262110" y="831474"/>
                  </a:lnTo>
                  <a:lnTo>
                    <a:pt x="305394" y="848020"/>
                  </a:lnTo>
                  <a:lnTo>
                    <a:pt x="350741" y="860167"/>
                  </a:lnTo>
                  <a:lnTo>
                    <a:pt x="397878" y="867650"/>
                  </a:lnTo>
                  <a:lnTo>
                    <a:pt x="446531" y="870203"/>
                  </a:lnTo>
                  <a:lnTo>
                    <a:pt x="495190" y="867650"/>
                  </a:lnTo>
                  <a:lnTo>
                    <a:pt x="542329" y="860167"/>
                  </a:lnTo>
                  <a:lnTo>
                    <a:pt x="587678" y="848020"/>
                  </a:lnTo>
                  <a:lnTo>
                    <a:pt x="630964" y="831474"/>
                  </a:lnTo>
                  <a:lnTo>
                    <a:pt x="671914" y="810796"/>
                  </a:lnTo>
                  <a:lnTo>
                    <a:pt x="710257" y="786249"/>
                  </a:lnTo>
                  <a:lnTo>
                    <a:pt x="745719" y="758101"/>
                  </a:lnTo>
                  <a:lnTo>
                    <a:pt x="778029" y="726616"/>
                  </a:lnTo>
                  <a:lnTo>
                    <a:pt x="806915" y="692060"/>
                  </a:lnTo>
                  <a:lnTo>
                    <a:pt x="832104" y="654699"/>
                  </a:lnTo>
                  <a:lnTo>
                    <a:pt x="853323" y="614797"/>
                  </a:lnTo>
                  <a:lnTo>
                    <a:pt x="870301" y="572621"/>
                  </a:lnTo>
                  <a:lnTo>
                    <a:pt x="882765" y="528436"/>
                  </a:lnTo>
                  <a:lnTo>
                    <a:pt x="890444" y="482508"/>
                  </a:lnTo>
                  <a:lnTo>
                    <a:pt x="893064" y="435101"/>
                  </a:lnTo>
                  <a:lnTo>
                    <a:pt x="890444" y="387695"/>
                  </a:lnTo>
                  <a:lnTo>
                    <a:pt x="882765" y="341767"/>
                  </a:lnTo>
                  <a:lnTo>
                    <a:pt x="870301" y="297582"/>
                  </a:lnTo>
                  <a:lnTo>
                    <a:pt x="853323" y="255406"/>
                  </a:lnTo>
                  <a:lnTo>
                    <a:pt x="832103" y="215504"/>
                  </a:lnTo>
                  <a:lnTo>
                    <a:pt x="806915" y="178143"/>
                  </a:lnTo>
                  <a:lnTo>
                    <a:pt x="778029" y="143587"/>
                  </a:lnTo>
                  <a:lnTo>
                    <a:pt x="745719" y="112102"/>
                  </a:lnTo>
                  <a:lnTo>
                    <a:pt x="710257" y="83954"/>
                  </a:lnTo>
                  <a:lnTo>
                    <a:pt x="671914" y="59407"/>
                  </a:lnTo>
                  <a:lnTo>
                    <a:pt x="630964" y="38729"/>
                  </a:lnTo>
                  <a:lnTo>
                    <a:pt x="587678" y="22183"/>
                  </a:lnTo>
                  <a:lnTo>
                    <a:pt x="542329" y="10036"/>
                  </a:lnTo>
                  <a:lnTo>
                    <a:pt x="495190" y="2553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EC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45970" y="3230372"/>
            <a:ext cx="3512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</a:t>
            </a:r>
            <a:r>
              <a:rPr sz="1600" b="1" spc="-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supports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multiple</a:t>
            </a:r>
            <a:r>
              <a:rPr sz="1600" b="1" spc="-30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Verdana"/>
                <a:cs typeface="Verdana"/>
              </a:rPr>
              <a:t>Operating systems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32102" y="3198063"/>
            <a:ext cx="3511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88223" y="3057144"/>
            <a:ext cx="968375" cy="946785"/>
            <a:chOff x="6588223" y="3057144"/>
            <a:chExt cx="968375" cy="94678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8223" y="3060037"/>
              <a:ext cx="967769" cy="9435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23303" y="3057144"/>
              <a:ext cx="893444" cy="868680"/>
            </a:xfrm>
            <a:custGeom>
              <a:avLst/>
              <a:gdLst/>
              <a:ahLst/>
              <a:cxnLst/>
              <a:rect l="l" t="t" r="r" b="b"/>
              <a:pathLst>
                <a:path w="893445" h="868679">
                  <a:moveTo>
                    <a:pt x="446531" y="0"/>
                  </a:moveTo>
                  <a:lnTo>
                    <a:pt x="397873" y="2548"/>
                  </a:lnTo>
                  <a:lnTo>
                    <a:pt x="350734" y="10016"/>
                  </a:lnTo>
                  <a:lnTo>
                    <a:pt x="305385" y="22140"/>
                  </a:lnTo>
                  <a:lnTo>
                    <a:pt x="262099" y="38654"/>
                  </a:lnTo>
                  <a:lnTo>
                    <a:pt x="221149" y="59294"/>
                  </a:lnTo>
                  <a:lnTo>
                    <a:pt x="182806" y="83795"/>
                  </a:lnTo>
                  <a:lnTo>
                    <a:pt x="147344" y="111892"/>
                  </a:lnTo>
                  <a:lnTo>
                    <a:pt x="115034" y="143320"/>
                  </a:lnTo>
                  <a:lnTo>
                    <a:pt x="86148" y="177814"/>
                  </a:lnTo>
                  <a:lnTo>
                    <a:pt x="60960" y="215109"/>
                  </a:lnTo>
                  <a:lnTo>
                    <a:pt x="39740" y="254941"/>
                  </a:lnTo>
                  <a:lnTo>
                    <a:pt x="22762" y="297045"/>
                  </a:lnTo>
                  <a:lnTo>
                    <a:pt x="10298" y="341156"/>
                  </a:lnTo>
                  <a:lnTo>
                    <a:pt x="2619" y="387009"/>
                  </a:lnTo>
                  <a:lnTo>
                    <a:pt x="0" y="434339"/>
                  </a:lnTo>
                  <a:lnTo>
                    <a:pt x="2619" y="481670"/>
                  </a:lnTo>
                  <a:lnTo>
                    <a:pt x="10298" y="527523"/>
                  </a:lnTo>
                  <a:lnTo>
                    <a:pt x="22762" y="571634"/>
                  </a:lnTo>
                  <a:lnTo>
                    <a:pt x="39740" y="613738"/>
                  </a:lnTo>
                  <a:lnTo>
                    <a:pt x="60959" y="653570"/>
                  </a:lnTo>
                  <a:lnTo>
                    <a:pt x="86148" y="690865"/>
                  </a:lnTo>
                  <a:lnTo>
                    <a:pt x="115034" y="725359"/>
                  </a:lnTo>
                  <a:lnTo>
                    <a:pt x="147344" y="756787"/>
                  </a:lnTo>
                  <a:lnTo>
                    <a:pt x="182806" y="784884"/>
                  </a:lnTo>
                  <a:lnTo>
                    <a:pt x="221149" y="809385"/>
                  </a:lnTo>
                  <a:lnTo>
                    <a:pt x="262099" y="830025"/>
                  </a:lnTo>
                  <a:lnTo>
                    <a:pt x="305385" y="846539"/>
                  </a:lnTo>
                  <a:lnTo>
                    <a:pt x="350734" y="858663"/>
                  </a:lnTo>
                  <a:lnTo>
                    <a:pt x="397873" y="866131"/>
                  </a:lnTo>
                  <a:lnTo>
                    <a:pt x="446531" y="868679"/>
                  </a:lnTo>
                  <a:lnTo>
                    <a:pt x="495190" y="866131"/>
                  </a:lnTo>
                  <a:lnTo>
                    <a:pt x="542329" y="858663"/>
                  </a:lnTo>
                  <a:lnTo>
                    <a:pt x="587678" y="846539"/>
                  </a:lnTo>
                  <a:lnTo>
                    <a:pt x="630964" y="830025"/>
                  </a:lnTo>
                  <a:lnTo>
                    <a:pt x="671914" y="809385"/>
                  </a:lnTo>
                  <a:lnTo>
                    <a:pt x="710257" y="784884"/>
                  </a:lnTo>
                  <a:lnTo>
                    <a:pt x="745719" y="756787"/>
                  </a:lnTo>
                  <a:lnTo>
                    <a:pt x="778029" y="725359"/>
                  </a:lnTo>
                  <a:lnTo>
                    <a:pt x="806915" y="690865"/>
                  </a:lnTo>
                  <a:lnTo>
                    <a:pt x="832103" y="653570"/>
                  </a:lnTo>
                  <a:lnTo>
                    <a:pt x="853323" y="613738"/>
                  </a:lnTo>
                  <a:lnTo>
                    <a:pt x="870301" y="571634"/>
                  </a:lnTo>
                  <a:lnTo>
                    <a:pt x="882765" y="527523"/>
                  </a:lnTo>
                  <a:lnTo>
                    <a:pt x="890444" y="481670"/>
                  </a:lnTo>
                  <a:lnTo>
                    <a:pt x="893064" y="434339"/>
                  </a:lnTo>
                  <a:lnTo>
                    <a:pt x="890444" y="387009"/>
                  </a:lnTo>
                  <a:lnTo>
                    <a:pt x="882765" y="341156"/>
                  </a:lnTo>
                  <a:lnTo>
                    <a:pt x="870301" y="297045"/>
                  </a:lnTo>
                  <a:lnTo>
                    <a:pt x="853323" y="254941"/>
                  </a:lnTo>
                  <a:lnTo>
                    <a:pt x="832103" y="215109"/>
                  </a:lnTo>
                  <a:lnTo>
                    <a:pt x="806915" y="177814"/>
                  </a:lnTo>
                  <a:lnTo>
                    <a:pt x="778029" y="143320"/>
                  </a:lnTo>
                  <a:lnTo>
                    <a:pt x="745719" y="111892"/>
                  </a:lnTo>
                  <a:lnTo>
                    <a:pt x="710257" y="83795"/>
                  </a:lnTo>
                  <a:lnTo>
                    <a:pt x="671914" y="59294"/>
                  </a:lnTo>
                  <a:lnTo>
                    <a:pt x="630964" y="38654"/>
                  </a:lnTo>
                  <a:lnTo>
                    <a:pt x="587678" y="22140"/>
                  </a:lnTo>
                  <a:lnTo>
                    <a:pt x="542329" y="10016"/>
                  </a:lnTo>
                  <a:lnTo>
                    <a:pt x="495190" y="2548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EC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606665" y="3333750"/>
            <a:ext cx="3435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</a:t>
            </a:r>
            <a:r>
              <a:rPr sz="1600" b="1" spc="-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supports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multiple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Verdana"/>
                <a:cs typeface="Verdana"/>
              </a:rPr>
              <a:t>browsers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5332" y="3198063"/>
            <a:ext cx="3511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28671" y="4290059"/>
            <a:ext cx="968375" cy="946785"/>
            <a:chOff x="1028671" y="4290059"/>
            <a:chExt cx="968375" cy="94678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71" y="4292952"/>
              <a:ext cx="967769" cy="94358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63751" y="4290059"/>
              <a:ext cx="893444" cy="868680"/>
            </a:xfrm>
            <a:custGeom>
              <a:avLst/>
              <a:gdLst/>
              <a:ahLst/>
              <a:cxnLst/>
              <a:rect l="l" t="t" r="r" b="b"/>
              <a:pathLst>
                <a:path w="893444" h="868679">
                  <a:moveTo>
                    <a:pt x="446531" y="0"/>
                  </a:moveTo>
                  <a:lnTo>
                    <a:pt x="397878" y="2548"/>
                  </a:lnTo>
                  <a:lnTo>
                    <a:pt x="350741" y="10016"/>
                  </a:lnTo>
                  <a:lnTo>
                    <a:pt x="305394" y="22140"/>
                  </a:lnTo>
                  <a:lnTo>
                    <a:pt x="262110" y="38654"/>
                  </a:lnTo>
                  <a:lnTo>
                    <a:pt x="221160" y="59294"/>
                  </a:lnTo>
                  <a:lnTo>
                    <a:pt x="182817" y="83795"/>
                  </a:lnTo>
                  <a:lnTo>
                    <a:pt x="147354" y="111892"/>
                  </a:lnTo>
                  <a:lnTo>
                    <a:pt x="115043" y="143320"/>
                  </a:lnTo>
                  <a:lnTo>
                    <a:pt x="86155" y="177814"/>
                  </a:lnTo>
                  <a:lnTo>
                    <a:pt x="60965" y="215109"/>
                  </a:lnTo>
                  <a:lnTo>
                    <a:pt x="39744" y="254941"/>
                  </a:lnTo>
                  <a:lnTo>
                    <a:pt x="22764" y="297045"/>
                  </a:lnTo>
                  <a:lnTo>
                    <a:pt x="10299" y="341156"/>
                  </a:lnTo>
                  <a:lnTo>
                    <a:pt x="2620" y="387009"/>
                  </a:lnTo>
                  <a:lnTo>
                    <a:pt x="0" y="434339"/>
                  </a:lnTo>
                  <a:lnTo>
                    <a:pt x="2620" y="481670"/>
                  </a:lnTo>
                  <a:lnTo>
                    <a:pt x="10299" y="527523"/>
                  </a:lnTo>
                  <a:lnTo>
                    <a:pt x="22764" y="571634"/>
                  </a:lnTo>
                  <a:lnTo>
                    <a:pt x="39744" y="613738"/>
                  </a:lnTo>
                  <a:lnTo>
                    <a:pt x="60965" y="653570"/>
                  </a:lnTo>
                  <a:lnTo>
                    <a:pt x="86155" y="690865"/>
                  </a:lnTo>
                  <a:lnTo>
                    <a:pt x="115043" y="725359"/>
                  </a:lnTo>
                  <a:lnTo>
                    <a:pt x="147354" y="756787"/>
                  </a:lnTo>
                  <a:lnTo>
                    <a:pt x="182817" y="784884"/>
                  </a:lnTo>
                  <a:lnTo>
                    <a:pt x="221160" y="809385"/>
                  </a:lnTo>
                  <a:lnTo>
                    <a:pt x="262110" y="830025"/>
                  </a:lnTo>
                  <a:lnTo>
                    <a:pt x="305394" y="846539"/>
                  </a:lnTo>
                  <a:lnTo>
                    <a:pt x="350741" y="858663"/>
                  </a:lnTo>
                  <a:lnTo>
                    <a:pt x="397878" y="866131"/>
                  </a:lnTo>
                  <a:lnTo>
                    <a:pt x="446531" y="868679"/>
                  </a:lnTo>
                  <a:lnTo>
                    <a:pt x="495190" y="866131"/>
                  </a:lnTo>
                  <a:lnTo>
                    <a:pt x="542329" y="858663"/>
                  </a:lnTo>
                  <a:lnTo>
                    <a:pt x="587678" y="846539"/>
                  </a:lnTo>
                  <a:lnTo>
                    <a:pt x="630964" y="830025"/>
                  </a:lnTo>
                  <a:lnTo>
                    <a:pt x="671914" y="809385"/>
                  </a:lnTo>
                  <a:lnTo>
                    <a:pt x="710257" y="784884"/>
                  </a:lnTo>
                  <a:lnTo>
                    <a:pt x="745719" y="756787"/>
                  </a:lnTo>
                  <a:lnTo>
                    <a:pt x="778029" y="725359"/>
                  </a:lnTo>
                  <a:lnTo>
                    <a:pt x="806915" y="690865"/>
                  </a:lnTo>
                  <a:lnTo>
                    <a:pt x="832104" y="653570"/>
                  </a:lnTo>
                  <a:lnTo>
                    <a:pt x="853323" y="613738"/>
                  </a:lnTo>
                  <a:lnTo>
                    <a:pt x="870301" y="571634"/>
                  </a:lnTo>
                  <a:lnTo>
                    <a:pt x="882765" y="527523"/>
                  </a:lnTo>
                  <a:lnTo>
                    <a:pt x="890444" y="481670"/>
                  </a:lnTo>
                  <a:lnTo>
                    <a:pt x="893064" y="434339"/>
                  </a:lnTo>
                  <a:lnTo>
                    <a:pt x="890444" y="387009"/>
                  </a:lnTo>
                  <a:lnTo>
                    <a:pt x="882765" y="341156"/>
                  </a:lnTo>
                  <a:lnTo>
                    <a:pt x="870301" y="297045"/>
                  </a:lnTo>
                  <a:lnTo>
                    <a:pt x="853323" y="254941"/>
                  </a:lnTo>
                  <a:lnTo>
                    <a:pt x="832103" y="215109"/>
                  </a:lnTo>
                  <a:lnTo>
                    <a:pt x="806915" y="177814"/>
                  </a:lnTo>
                  <a:lnTo>
                    <a:pt x="778029" y="143320"/>
                  </a:lnTo>
                  <a:lnTo>
                    <a:pt x="745719" y="111892"/>
                  </a:lnTo>
                  <a:lnTo>
                    <a:pt x="710257" y="83795"/>
                  </a:lnTo>
                  <a:lnTo>
                    <a:pt x="671914" y="59294"/>
                  </a:lnTo>
                  <a:lnTo>
                    <a:pt x="630964" y="38654"/>
                  </a:lnTo>
                  <a:lnTo>
                    <a:pt x="587678" y="22140"/>
                  </a:lnTo>
                  <a:lnTo>
                    <a:pt x="542329" y="10016"/>
                  </a:lnTo>
                  <a:lnTo>
                    <a:pt x="495190" y="2548"/>
                  </a:lnTo>
                  <a:lnTo>
                    <a:pt x="446531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045970" y="4607433"/>
            <a:ext cx="3172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It</a:t>
            </a:r>
            <a:r>
              <a:rPr sz="1600" b="1" spc="-6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supports</a:t>
            </a:r>
            <a:r>
              <a:rPr sz="1600" b="1" spc="-3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585858"/>
                </a:solidFill>
                <a:latin typeface="Verdana"/>
                <a:cs typeface="Verdana"/>
              </a:rPr>
              <a:t>parallel</a:t>
            </a:r>
            <a:r>
              <a:rPr sz="1600" b="1" spc="-15" dirty="0">
                <a:solidFill>
                  <a:srgbClr val="585858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Verdana"/>
                <a:cs typeface="Verdana"/>
              </a:rPr>
              <a:t>testing.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24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1334516" y="4417821"/>
            <a:ext cx="350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158" y="909820"/>
            <a:ext cx="10427223" cy="5609866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4069" y="953769"/>
          <a:ext cx="10332720" cy="5513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3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Selenium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QTP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pPr marL="53975" marR="499109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Open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source,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free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use,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free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charge.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10" dirty="0">
                          <a:latin typeface="Verdana"/>
                          <a:cs typeface="Verdana"/>
                        </a:rPr>
                        <a:t>Commercial.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Highly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extensible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Limited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add-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ons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35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run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tests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across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different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browsers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only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run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tests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in Firefox,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Internet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Explorer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Chrome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Supports</a:t>
                      </a:r>
                      <a:r>
                        <a:rPr sz="1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various</a:t>
                      </a:r>
                      <a:r>
                        <a:rPr sz="18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systems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only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be used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Windows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Supports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mobile</a:t>
                      </a:r>
                      <a:r>
                        <a:rPr sz="1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devices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7429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QTP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Supports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Mobile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app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automation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(iOS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Android)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using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HP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solution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called</a:t>
                      </a:r>
                      <a:r>
                        <a:rPr sz="1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HP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Mobile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Center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53975" marR="31559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execute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tests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while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browser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minimized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965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Needs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have</a:t>
                      </a:r>
                      <a:r>
                        <a:rPr sz="1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application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under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be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visible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desktop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execute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tests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parallel.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2203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only</a:t>
                      </a:r>
                      <a:r>
                        <a:rPr sz="1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execute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1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parallel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but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using</a:t>
                      </a:r>
                      <a:r>
                        <a:rPr sz="1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Quality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Center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which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1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again</a:t>
                      </a:r>
                      <a:r>
                        <a:rPr sz="1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latin typeface="Verdana"/>
                          <a:cs typeface="Verdana"/>
                        </a:rPr>
                        <a:t>paid</a:t>
                      </a:r>
                      <a:r>
                        <a:rPr sz="1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latin typeface="Verdana"/>
                          <a:cs typeface="Verdana"/>
                        </a:rPr>
                        <a:t>product.</a:t>
                      </a:r>
                      <a:endParaRPr sz="1800" dirty="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pPr marL="12700">
                <a:lnSpc>
                  <a:spcPts val="1240"/>
                </a:lnSpc>
              </a:pPr>
              <a:t>25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5510" y="166192"/>
            <a:ext cx="77635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6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Selenium</a:t>
            </a:r>
            <a:r>
              <a:rPr spc="-20" dirty="0"/>
              <a:t> </a:t>
            </a:r>
            <a:r>
              <a:rPr dirty="0"/>
              <a:t>over</a:t>
            </a:r>
            <a:r>
              <a:rPr spc="-40" dirty="0"/>
              <a:t> </a:t>
            </a:r>
            <a:r>
              <a:rPr spc="-25" dirty="0"/>
              <a:t>QTP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8181-0598-3AA1-443A-8C817C4F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177" y="685800"/>
            <a:ext cx="10668406" cy="492443"/>
          </a:xfrm>
        </p:spPr>
        <p:txBody>
          <a:bodyPr/>
          <a:lstStyle/>
          <a:p>
            <a:r>
              <a:rPr lang="en-US" dirty="0"/>
              <a:t>Advantages</a:t>
            </a:r>
            <a:r>
              <a:rPr lang="en-US" spc="-60" dirty="0"/>
              <a:t> </a:t>
            </a:r>
            <a:r>
              <a:rPr lang="en-US" dirty="0"/>
              <a:t>of</a:t>
            </a:r>
            <a:r>
              <a:rPr lang="en-US" spc="-25" dirty="0"/>
              <a:t> </a:t>
            </a:r>
            <a:r>
              <a:rPr lang="en-US" dirty="0"/>
              <a:t>Selenium</a:t>
            </a:r>
            <a:r>
              <a:rPr lang="en-US" spc="-20" dirty="0"/>
              <a:t> </a:t>
            </a:r>
            <a:r>
              <a:rPr lang="en-US" dirty="0"/>
              <a:t>over</a:t>
            </a:r>
            <a:r>
              <a:rPr lang="en-US" spc="-40" dirty="0"/>
              <a:t> </a:t>
            </a:r>
            <a:r>
              <a:rPr lang="en-US" spc="-25" dirty="0"/>
              <a:t>QTP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397F5-60C8-BA83-CBD8-98CD4A57C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033" y="1664588"/>
            <a:ext cx="10299065" cy="36933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Integrates with frameworks like </a:t>
            </a:r>
            <a:r>
              <a:rPr lang="en-US" dirty="0"/>
              <a:t>TestNG</a:t>
            </a:r>
            <a:r>
              <a:rPr lang="en-US" b="0" dirty="0"/>
              <a:t>, </a:t>
            </a:r>
            <a:r>
              <a:rPr lang="en-US" dirty="0"/>
              <a:t>JUnit</a:t>
            </a:r>
            <a:r>
              <a:rPr lang="en-US" b="0" dirty="0"/>
              <a:t>, </a:t>
            </a:r>
            <a:r>
              <a:rPr lang="en-US" dirty="0" err="1"/>
              <a:t>PyTest</a:t>
            </a:r>
            <a:r>
              <a:rPr lang="en-US" b="0" dirty="0"/>
              <a:t>, </a:t>
            </a:r>
            <a:r>
              <a:rPr lang="en-US" dirty="0"/>
              <a:t>Behave</a:t>
            </a:r>
            <a:r>
              <a:rPr lang="en-US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Works with CI/CD tools like </a:t>
            </a:r>
            <a:r>
              <a:rPr lang="en-US" dirty="0"/>
              <a:t>Jenkins</a:t>
            </a:r>
            <a:r>
              <a:rPr lang="en-US" b="0" dirty="0"/>
              <a:t>, </a:t>
            </a:r>
            <a:r>
              <a:rPr lang="en-US" dirty="0"/>
              <a:t>GitHub Actions</a:t>
            </a:r>
            <a:r>
              <a:rPr lang="en-US" b="0" dirty="0"/>
              <a:t>, </a:t>
            </a:r>
            <a:r>
              <a:rPr lang="en-US" dirty="0"/>
              <a:t>GitLab CI</a:t>
            </a:r>
            <a:r>
              <a:rPr lang="en-US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Supports </a:t>
            </a:r>
            <a:r>
              <a:rPr lang="en-US" dirty="0"/>
              <a:t>custom waits</a:t>
            </a:r>
            <a:r>
              <a:rPr lang="en-US" b="0" dirty="0"/>
              <a:t>, </a:t>
            </a:r>
            <a:r>
              <a:rPr lang="en-US" dirty="0"/>
              <a:t>event listeners</a:t>
            </a:r>
            <a:r>
              <a:rPr lang="en-US" b="0" dirty="0"/>
              <a:t>, and </a:t>
            </a:r>
            <a:r>
              <a:rPr lang="en-US" dirty="0"/>
              <a:t>browser extensions</a:t>
            </a:r>
            <a:r>
              <a:rPr lang="en-US" b="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Can be extended with tools like </a:t>
            </a:r>
            <a:r>
              <a:rPr lang="en-US" dirty="0"/>
              <a:t>Allure</a:t>
            </a:r>
            <a:r>
              <a:rPr lang="en-US" b="0" dirty="0"/>
              <a:t> for reporting, </a:t>
            </a:r>
            <a:r>
              <a:rPr lang="en-US" dirty="0"/>
              <a:t>Appium</a:t>
            </a:r>
            <a:r>
              <a:rPr lang="en-US" b="0" dirty="0"/>
              <a:t> for mobile testing, and </a:t>
            </a:r>
            <a:r>
              <a:rPr lang="en-US" dirty="0"/>
              <a:t>Docker</a:t>
            </a:r>
            <a:r>
              <a:rPr lang="en-US" b="0" dirty="0"/>
              <a:t> for containerized test execution.</a:t>
            </a:r>
          </a:p>
          <a:p>
            <a:endParaRPr lang="en-IN" dirty="0"/>
          </a:p>
          <a:p>
            <a:r>
              <a:rPr lang="en-IN" dirty="0"/>
              <a:t>Common use cases: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Functional testing of web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Regression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Cross-browser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Data scraping (with caution and legality).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963487-AF0E-2020-7A27-62B2923AED10}"/>
              </a:ext>
            </a:extLst>
          </p:cNvPr>
          <p:cNvSpPr/>
          <p:nvPr/>
        </p:nvSpPr>
        <p:spPr>
          <a:xfrm>
            <a:off x="10972800" y="0"/>
            <a:ext cx="12192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78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1217</Words>
  <Application>Microsoft Office PowerPoint</Application>
  <PresentationFormat>Widescreen</PresentationFormat>
  <Paragraphs>181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Verdana</vt:lpstr>
      <vt:lpstr>Wingdings</vt:lpstr>
      <vt:lpstr>Office Theme</vt:lpstr>
      <vt:lpstr>Introduction To Selenium</vt:lpstr>
      <vt:lpstr>Table of Contents</vt:lpstr>
      <vt:lpstr>PowerPoint Presentation</vt:lpstr>
      <vt:lpstr>What is Selenium?</vt:lpstr>
      <vt:lpstr>Selenium Components</vt:lpstr>
      <vt:lpstr>PowerPoint Presentation</vt:lpstr>
      <vt:lpstr>Who developed Selenium?</vt:lpstr>
      <vt:lpstr>PowerPoint Presentation</vt:lpstr>
      <vt:lpstr>Selenium IDE</vt:lpstr>
      <vt:lpstr>Benefits of Selenium IDE</vt:lpstr>
      <vt:lpstr>Selenium RC</vt:lpstr>
      <vt:lpstr>Selenium RC</vt:lpstr>
      <vt:lpstr>Selenium RC</vt:lpstr>
      <vt:lpstr>Selenium RC</vt:lpstr>
      <vt:lpstr>Selenium WebDriver</vt:lpstr>
      <vt:lpstr>Selenium WebDriver Architecture</vt:lpstr>
      <vt:lpstr>Selenium WebDriver Architecture</vt:lpstr>
      <vt:lpstr>Selenium WebDriver Architecture</vt:lpstr>
      <vt:lpstr>Selenium Grid</vt:lpstr>
      <vt:lpstr>Features</vt:lpstr>
      <vt:lpstr>When to use Selenium Grid</vt:lpstr>
      <vt:lpstr>Platforms supported by Selenium</vt:lpstr>
      <vt:lpstr>Programming Languages</vt:lpstr>
      <vt:lpstr>PowerPoint Presentation</vt:lpstr>
      <vt:lpstr>Advantages of Selenium over QTP</vt:lpstr>
      <vt:lpstr>Advantages of Selenium over QTP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Selenium</dc:title>
  <dc:creator>Manish Sangwan</dc:creator>
  <cp:lastModifiedBy>Kumar P, Seravana</cp:lastModifiedBy>
  <cp:revision>8</cp:revision>
  <dcterms:created xsi:type="dcterms:W3CDTF">2025-07-29T04:40:50Z</dcterms:created>
  <dcterms:modified xsi:type="dcterms:W3CDTF">2025-08-20T08:43:41Z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2020-04-10T00:00:00Z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2025-07-29T00:00:00Z</vt:filetime>
  </property>
  <property fmtid="{D5CDD505-2E9C-101B-9397-08002B2CF9AE}" pid="5" name="Producer">
    <vt:lpwstr>Microsoft® PowerPoint® 2016</vt:lpwstr>
  </property>
</Properties>
</file>