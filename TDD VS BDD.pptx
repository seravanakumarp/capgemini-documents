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Tdd-and-bdd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Tdd-and-bdd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Tdd-and-bdd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Tdd-and-bdd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Tdd-and-bdd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Tdd-and-bdd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Tdd-and-bdd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Tdd-and-bdd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Tdd-and-bdd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Tdd-and-bdd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Tdd-and-bdd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01800E-B8B2-84DE-1B0E-1B8AF7F1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028380"/>
            <a:ext cx="8178799" cy="280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2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Tdd-and-bdd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P, Seravana</cp:lastModifiedBy>
  <cp:revision>4</cp:revision>
  <dcterms:created xsi:type="dcterms:W3CDTF">2013-01-27T09:14:16Z</dcterms:created>
  <dcterms:modified xsi:type="dcterms:W3CDTF">2025-08-26T04:57:33Z</dcterms:modified>
  <cp:category/>
</cp:coreProperties>
</file>